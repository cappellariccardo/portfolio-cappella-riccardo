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2"/>
  </p:notesMasterIdLst>
  <p:sldIdLst>
    <p:sldId id="256" r:id="rId2"/>
    <p:sldId id="259" r:id="rId3"/>
    <p:sldId id="258" r:id="rId4"/>
    <p:sldId id="262" r:id="rId5"/>
    <p:sldId id="260" r:id="rId6"/>
    <p:sldId id="257" r:id="rId7"/>
    <p:sldId id="279" r:id="rId8"/>
    <p:sldId id="297" r:id="rId9"/>
    <p:sldId id="275" r:id="rId10"/>
    <p:sldId id="263" r:id="rId11"/>
  </p:sldIdLst>
  <p:sldSz cx="9144000" cy="5143500" type="screen16x9"/>
  <p:notesSz cx="6858000" cy="9144000"/>
  <p:embeddedFontLst>
    <p:embeddedFont>
      <p:font typeface="Catamaran Light" panose="020B0604020202020204" charset="0"/>
      <p:regular r:id="rId13"/>
      <p:bold r:id="rId14"/>
    </p:embeddedFont>
    <p:embeddedFont>
      <p:font typeface="Fira Sans Extra Condensed Medium" panose="020B0604020202020204" charset="0"/>
      <p:regular r:id="rId15"/>
      <p:bold r:id="rId16"/>
      <p:italic r:id="rId17"/>
      <p:boldItalic r:id="rId18"/>
    </p:embeddedFont>
    <p:embeddedFont>
      <p:font typeface="Impact" panose="020B0806030902050204" pitchFamily="34" charset="0"/>
      <p:regular r:id="rId19"/>
    </p:embeddedFont>
    <p:embeddedFont>
      <p:font typeface="Livvic" pitchFamily="2" charset="0"/>
      <p:regular r:id="rId20"/>
      <p:bold r:id="rId21"/>
      <p:italic r:id="rId22"/>
      <p:boldItalic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32A"/>
    <a:srgbClr val="F683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83E6A0-2F7D-4538-9DF7-DC9E033328B3}">
  <a:tblStyle styleId="{8783E6A0-2F7D-4538-9DF7-DC9E033328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91" d="100"/>
          <a:sy n="91" d="100"/>
        </p:scale>
        <p:origin x="8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5522eb7919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5522eb7919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3e13d9a7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3e13d9a7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rgbClr val="3C4043"/>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5158d5a3ec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5158d5a3ec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3e13d9a7e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3e13d9a7e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3e13d9a7e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3e13d9a7e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3e13d9a7e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3e13d9a7e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5733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5158d5a3ec_0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5158d5a3ec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56fe61bc2f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56fe61bc2f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575" y="1701225"/>
            <a:ext cx="4592400" cy="17823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0" name="Google Shape;10;p2"/>
          <p:cNvSpPr txBox="1">
            <a:spLocks noGrp="1"/>
          </p:cNvSpPr>
          <p:nvPr>
            <p:ph type="subTitle" idx="1"/>
          </p:nvPr>
        </p:nvSpPr>
        <p:spPr>
          <a:xfrm>
            <a:off x="1039575" y="3206400"/>
            <a:ext cx="2402100" cy="717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2">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423902" y="387473"/>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13" name="Google Shape;13;p3"/>
          <p:cNvSpPr txBox="1">
            <a:spLocks noGrp="1"/>
          </p:cNvSpPr>
          <p:nvPr>
            <p:ph type="subTitle" idx="1"/>
          </p:nvPr>
        </p:nvSpPr>
        <p:spPr>
          <a:xfrm>
            <a:off x="3423900" y="802521"/>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14" name="Google Shape;14;p3"/>
          <p:cNvSpPr txBox="1">
            <a:spLocks noGrp="1"/>
          </p:cNvSpPr>
          <p:nvPr>
            <p:ph type="title" idx="2" hasCustomPrompt="1"/>
          </p:nvPr>
        </p:nvSpPr>
        <p:spPr>
          <a:xfrm>
            <a:off x="2023007" y="654113"/>
            <a:ext cx="17391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5" name="Google Shape;15;p3"/>
          <p:cNvSpPr txBox="1">
            <a:spLocks noGrp="1"/>
          </p:cNvSpPr>
          <p:nvPr>
            <p:ph type="ctrTitle" idx="3"/>
          </p:nvPr>
        </p:nvSpPr>
        <p:spPr>
          <a:xfrm>
            <a:off x="3425264" y="1224286"/>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16" name="Google Shape;16;p3"/>
          <p:cNvSpPr txBox="1">
            <a:spLocks noGrp="1"/>
          </p:cNvSpPr>
          <p:nvPr>
            <p:ph type="subTitle" idx="4"/>
          </p:nvPr>
        </p:nvSpPr>
        <p:spPr>
          <a:xfrm>
            <a:off x="3425259" y="1638859"/>
            <a:ext cx="19767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17" name="Google Shape;17;p3"/>
          <p:cNvSpPr txBox="1">
            <a:spLocks noGrp="1"/>
          </p:cNvSpPr>
          <p:nvPr>
            <p:ph type="title" idx="5" hasCustomPrompt="1"/>
          </p:nvPr>
        </p:nvSpPr>
        <p:spPr>
          <a:xfrm>
            <a:off x="2023007" y="1488788"/>
            <a:ext cx="1615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8" name="Google Shape;18;p3"/>
          <p:cNvSpPr txBox="1">
            <a:spLocks noGrp="1"/>
          </p:cNvSpPr>
          <p:nvPr>
            <p:ph type="ctrTitle" idx="6"/>
          </p:nvPr>
        </p:nvSpPr>
        <p:spPr>
          <a:xfrm>
            <a:off x="3427999" y="2061098"/>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19" name="Google Shape;19;p3"/>
          <p:cNvSpPr txBox="1">
            <a:spLocks noGrp="1"/>
          </p:cNvSpPr>
          <p:nvPr>
            <p:ph type="subTitle" idx="7"/>
          </p:nvPr>
        </p:nvSpPr>
        <p:spPr>
          <a:xfrm>
            <a:off x="3427997" y="2475197"/>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0" name="Google Shape;20;p3"/>
          <p:cNvSpPr txBox="1">
            <a:spLocks noGrp="1"/>
          </p:cNvSpPr>
          <p:nvPr>
            <p:ph type="title" idx="8" hasCustomPrompt="1"/>
          </p:nvPr>
        </p:nvSpPr>
        <p:spPr>
          <a:xfrm>
            <a:off x="2023007" y="2323463"/>
            <a:ext cx="15735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a:spLocks noGrp="1"/>
          </p:cNvSpPr>
          <p:nvPr>
            <p:ph type="ctrTitle" idx="9"/>
          </p:nvPr>
        </p:nvSpPr>
        <p:spPr>
          <a:xfrm rot="5400000">
            <a:off x="6601629" y="1646270"/>
            <a:ext cx="2913300" cy="487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22" name="Google Shape;22;p3"/>
          <p:cNvSpPr txBox="1">
            <a:spLocks noGrp="1"/>
          </p:cNvSpPr>
          <p:nvPr>
            <p:ph type="ctrTitle" idx="13"/>
          </p:nvPr>
        </p:nvSpPr>
        <p:spPr>
          <a:xfrm>
            <a:off x="3427999" y="2897911"/>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3" name="Google Shape;23;p3"/>
          <p:cNvSpPr txBox="1">
            <a:spLocks noGrp="1"/>
          </p:cNvSpPr>
          <p:nvPr>
            <p:ph type="subTitle" idx="14"/>
          </p:nvPr>
        </p:nvSpPr>
        <p:spPr>
          <a:xfrm>
            <a:off x="3427997" y="3311534"/>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4" name="Google Shape;24;p3"/>
          <p:cNvSpPr txBox="1">
            <a:spLocks noGrp="1"/>
          </p:cNvSpPr>
          <p:nvPr>
            <p:ph type="title" idx="15" hasCustomPrompt="1"/>
          </p:nvPr>
        </p:nvSpPr>
        <p:spPr>
          <a:xfrm>
            <a:off x="2023007" y="3158138"/>
            <a:ext cx="15735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a:spLocks noGrp="1"/>
          </p:cNvSpPr>
          <p:nvPr>
            <p:ph type="ctrTitle" idx="16"/>
          </p:nvPr>
        </p:nvSpPr>
        <p:spPr>
          <a:xfrm>
            <a:off x="3427999" y="3734723"/>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6" name="Google Shape;26;p3"/>
          <p:cNvSpPr txBox="1">
            <a:spLocks noGrp="1"/>
          </p:cNvSpPr>
          <p:nvPr>
            <p:ph type="subTitle" idx="17"/>
          </p:nvPr>
        </p:nvSpPr>
        <p:spPr>
          <a:xfrm>
            <a:off x="3427997" y="4147872"/>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7" name="Google Shape;27;p3"/>
          <p:cNvSpPr txBox="1">
            <a:spLocks noGrp="1"/>
          </p:cNvSpPr>
          <p:nvPr>
            <p:ph type="title" idx="18" hasCustomPrompt="1"/>
          </p:nvPr>
        </p:nvSpPr>
        <p:spPr>
          <a:xfrm>
            <a:off x="2023007" y="3992813"/>
            <a:ext cx="15735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1">
  <p:cSld name="CUSTOM_13">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672375" y="1432475"/>
            <a:ext cx="3498000" cy="8967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2800"/>
              <a:buNone/>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a:endParaRPr/>
          </a:p>
        </p:txBody>
      </p:sp>
      <p:sp>
        <p:nvSpPr>
          <p:cNvPr id="30" name="Google Shape;30;p4"/>
          <p:cNvSpPr txBox="1">
            <a:spLocks noGrp="1"/>
          </p:cNvSpPr>
          <p:nvPr>
            <p:ph type="subTitle" idx="1"/>
          </p:nvPr>
        </p:nvSpPr>
        <p:spPr>
          <a:xfrm flipH="1">
            <a:off x="1667175" y="2154225"/>
            <a:ext cx="2503200" cy="1170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rtl="0">
              <a:lnSpc>
                <a:spcPct val="100000"/>
              </a:lnSpc>
              <a:spcBef>
                <a:spcPts val="0"/>
              </a:spcBef>
              <a:spcAft>
                <a:spcPts val="0"/>
              </a:spcAft>
              <a:buClr>
                <a:srgbClr val="000000"/>
              </a:buClr>
              <a:buSzPts val="2800"/>
              <a:buNone/>
              <a:defRPr sz="2800">
                <a:solidFill>
                  <a:srgbClr val="000000"/>
                </a:solidFill>
              </a:defRPr>
            </a:lvl2pPr>
            <a:lvl3pPr lvl="2" rtl="0">
              <a:lnSpc>
                <a:spcPct val="100000"/>
              </a:lnSpc>
              <a:spcBef>
                <a:spcPts val="0"/>
              </a:spcBef>
              <a:spcAft>
                <a:spcPts val="0"/>
              </a:spcAft>
              <a:buClr>
                <a:srgbClr val="000000"/>
              </a:buClr>
              <a:buSzPts val="2800"/>
              <a:buNone/>
              <a:defRPr sz="2800">
                <a:solidFill>
                  <a:srgbClr val="000000"/>
                </a:solidFill>
              </a:defRPr>
            </a:lvl3pPr>
            <a:lvl4pPr lvl="3" rtl="0">
              <a:lnSpc>
                <a:spcPct val="100000"/>
              </a:lnSpc>
              <a:spcBef>
                <a:spcPts val="0"/>
              </a:spcBef>
              <a:spcAft>
                <a:spcPts val="0"/>
              </a:spcAft>
              <a:buClr>
                <a:srgbClr val="000000"/>
              </a:buClr>
              <a:buSzPts val="2800"/>
              <a:buNone/>
              <a:defRPr sz="2800">
                <a:solidFill>
                  <a:srgbClr val="000000"/>
                </a:solidFill>
              </a:defRPr>
            </a:lvl4pPr>
            <a:lvl5pPr lvl="4" rtl="0">
              <a:lnSpc>
                <a:spcPct val="100000"/>
              </a:lnSpc>
              <a:spcBef>
                <a:spcPts val="0"/>
              </a:spcBef>
              <a:spcAft>
                <a:spcPts val="0"/>
              </a:spcAft>
              <a:buClr>
                <a:srgbClr val="000000"/>
              </a:buClr>
              <a:buSzPts val="2800"/>
              <a:buNone/>
              <a:defRPr sz="2800">
                <a:solidFill>
                  <a:srgbClr val="000000"/>
                </a:solidFill>
              </a:defRPr>
            </a:lvl5pPr>
            <a:lvl6pPr lvl="5" rtl="0">
              <a:lnSpc>
                <a:spcPct val="100000"/>
              </a:lnSpc>
              <a:spcBef>
                <a:spcPts val="0"/>
              </a:spcBef>
              <a:spcAft>
                <a:spcPts val="0"/>
              </a:spcAft>
              <a:buClr>
                <a:srgbClr val="000000"/>
              </a:buClr>
              <a:buSzPts val="2800"/>
              <a:buNone/>
              <a:defRPr sz="2800">
                <a:solidFill>
                  <a:srgbClr val="000000"/>
                </a:solidFill>
              </a:defRPr>
            </a:lvl6pPr>
            <a:lvl7pPr lvl="6" rtl="0">
              <a:lnSpc>
                <a:spcPct val="100000"/>
              </a:lnSpc>
              <a:spcBef>
                <a:spcPts val="0"/>
              </a:spcBef>
              <a:spcAft>
                <a:spcPts val="0"/>
              </a:spcAft>
              <a:buClr>
                <a:srgbClr val="000000"/>
              </a:buClr>
              <a:buSzPts val="2800"/>
              <a:buNone/>
              <a:defRPr sz="2800">
                <a:solidFill>
                  <a:srgbClr val="000000"/>
                </a:solidFill>
              </a:defRPr>
            </a:lvl7pPr>
            <a:lvl8pPr lvl="7" rtl="0">
              <a:lnSpc>
                <a:spcPct val="100000"/>
              </a:lnSpc>
              <a:spcBef>
                <a:spcPts val="0"/>
              </a:spcBef>
              <a:spcAft>
                <a:spcPts val="0"/>
              </a:spcAft>
              <a:buClr>
                <a:srgbClr val="000000"/>
              </a:buClr>
              <a:buSzPts val="2800"/>
              <a:buNone/>
              <a:defRPr sz="2800">
                <a:solidFill>
                  <a:srgbClr val="000000"/>
                </a:solidFill>
              </a:defRPr>
            </a:lvl8pPr>
            <a:lvl9pPr lvl="8" rtl="0">
              <a:lnSpc>
                <a:spcPct val="100000"/>
              </a:lnSpc>
              <a:spcBef>
                <a:spcPts val="0"/>
              </a:spcBef>
              <a:spcAft>
                <a:spcPts val="0"/>
              </a:spcAft>
              <a:buClr>
                <a:srgbClr val="000000"/>
              </a:buClr>
              <a:buSzPts val="2800"/>
              <a:buNone/>
              <a:defRPr sz="2800">
                <a:solidFill>
                  <a:srgbClr val="000000"/>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Four columns 1">
  <p:cSld name="CUSTOM_27_1_1">
    <p:spTree>
      <p:nvGrpSpPr>
        <p:cNvPr id="1" name="Shape 31"/>
        <p:cNvGrpSpPr/>
        <p:nvPr/>
      </p:nvGrpSpPr>
      <p:grpSpPr>
        <a:xfrm>
          <a:off x="0" y="0"/>
          <a:ext cx="0" cy="0"/>
          <a:chOff x="0" y="0"/>
          <a:chExt cx="0" cy="0"/>
        </a:xfrm>
      </p:grpSpPr>
      <p:sp>
        <p:nvSpPr>
          <p:cNvPr id="32" name="Google Shape;32;p5"/>
          <p:cNvSpPr txBox="1">
            <a:spLocks noGrp="1"/>
          </p:cNvSpPr>
          <p:nvPr>
            <p:ph type="ctrTitle"/>
          </p:nvPr>
        </p:nvSpPr>
        <p:spPr>
          <a:xfrm>
            <a:off x="631875" y="842025"/>
            <a:ext cx="28713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3" name="Google Shape;33;p5"/>
          <p:cNvSpPr txBox="1">
            <a:spLocks noGrp="1"/>
          </p:cNvSpPr>
          <p:nvPr>
            <p:ph type="subTitle" idx="1"/>
          </p:nvPr>
        </p:nvSpPr>
        <p:spPr>
          <a:xfrm>
            <a:off x="631884" y="1410841"/>
            <a:ext cx="2480700" cy="53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34" name="Google Shape;34;p5"/>
          <p:cNvSpPr txBox="1">
            <a:spLocks noGrp="1"/>
          </p:cNvSpPr>
          <p:nvPr>
            <p:ph type="ctrTitle" idx="2"/>
          </p:nvPr>
        </p:nvSpPr>
        <p:spPr>
          <a:xfrm>
            <a:off x="4213664" y="842025"/>
            <a:ext cx="26979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5" name="Google Shape;35;p5"/>
          <p:cNvSpPr txBox="1">
            <a:spLocks noGrp="1"/>
          </p:cNvSpPr>
          <p:nvPr>
            <p:ph type="subTitle" idx="3"/>
          </p:nvPr>
        </p:nvSpPr>
        <p:spPr>
          <a:xfrm>
            <a:off x="4213664" y="1410841"/>
            <a:ext cx="2586000" cy="74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36" name="Google Shape;36;p5"/>
          <p:cNvSpPr txBox="1">
            <a:spLocks noGrp="1"/>
          </p:cNvSpPr>
          <p:nvPr>
            <p:ph type="ctrTitle" idx="4"/>
          </p:nvPr>
        </p:nvSpPr>
        <p:spPr>
          <a:xfrm>
            <a:off x="631883" y="3331927"/>
            <a:ext cx="28713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7" name="Google Shape;37;p5"/>
          <p:cNvSpPr txBox="1">
            <a:spLocks noGrp="1"/>
          </p:cNvSpPr>
          <p:nvPr>
            <p:ph type="subTitle" idx="5"/>
          </p:nvPr>
        </p:nvSpPr>
        <p:spPr>
          <a:xfrm>
            <a:off x="631884" y="3914208"/>
            <a:ext cx="2480700" cy="946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38" name="Google Shape;38;p5"/>
          <p:cNvSpPr txBox="1">
            <a:spLocks noGrp="1"/>
          </p:cNvSpPr>
          <p:nvPr>
            <p:ph type="ctrTitle" idx="6"/>
          </p:nvPr>
        </p:nvSpPr>
        <p:spPr>
          <a:xfrm rot="5400000">
            <a:off x="6685437" y="1646270"/>
            <a:ext cx="2913300" cy="487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9" name="Google Shape;39;p5"/>
          <p:cNvSpPr txBox="1">
            <a:spLocks noGrp="1"/>
          </p:cNvSpPr>
          <p:nvPr>
            <p:ph type="ctrTitle" idx="7"/>
          </p:nvPr>
        </p:nvSpPr>
        <p:spPr>
          <a:xfrm>
            <a:off x="4213664" y="3331934"/>
            <a:ext cx="25860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40" name="Google Shape;40;p5"/>
          <p:cNvSpPr txBox="1">
            <a:spLocks noGrp="1"/>
          </p:cNvSpPr>
          <p:nvPr>
            <p:ph type="subTitle" idx="8"/>
          </p:nvPr>
        </p:nvSpPr>
        <p:spPr>
          <a:xfrm>
            <a:off x="4213664" y="3914208"/>
            <a:ext cx="2586000" cy="74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2">
  <p:cSld name="CUSTOM_14">
    <p:spTree>
      <p:nvGrpSpPr>
        <p:cNvPr id="1" name="Shape 49"/>
        <p:cNvGrpSpPr/>
        <p:nvPr/>
      </p:nvGrpSpPr>
      <p:grpSpPr>
        <a:xfrm>
          <a:off x="0" y="0"/>
          <a:ext cx="0" cy="0"/>
          <a:chOff x="0" y="0"/>
          <a:chExt cx="0" cy="0"/>
        </a:xfrm>
      </p:grpSpPr>
      <p:sp>
        <p:nvSpPr>
          <p:cNvPr id="50" name="Google Shape;50;p7"/>
          <p:cNvSpPr txBox="1">
            <a:spLocks noGrp="1"/>
          </p:cNvSpPr>
          <p:nvPr>
            <p:ph type="ctrTitle"/>
          </p:nvPr>
        </p:nvSpPr>
        <p:spPr>
          <a:xfrm>
            <a:off x="5432000" y="710675"/>
            <a:ext cx="2888100" cy="205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1600">
                <a:solidFill>
                  <a:srgbClr val="000000"/>
                </a:solidFill>
              </a:defRPr>
            </a:lvl2pPr>
            <a:lvl3pPr lvl="2" algn="r" rtl="0">
              <a:spcBef>
                <a:spcPts val="0"/>
              </a:spcBef>
              <a:spcAft>
                <a:spcPts val="0"/>
              </a:spcAft>
              <a:buClr>
                <a:srgbClr val="000000"/>
              </a:buClr>
              <a:buSzPts val="1600"/>
              <a:buNone/>
              <a:defRPr sz="1600">
                <a:solidFill>
                  <a:srgbClr val="000000"/>
                </a:solidFill>
              </a:defRPr>
            </a:lvl3pPr>
            <a:lvl4pPr lvl="3" algn="r" rtl="0">
              <a:spcBef>
                <a:spcPts val="0"/>
              </a:spcBef>
              <a:spcAft>
                <a:spcPts val="0"/>
              </a:spcAft>
              <a:buClr>
                <a:srgbClr val="000000"/>
              </a:buClr>
              <a:buSzPts val="1600"/>
              <a:buNone/>
              <a:defRPr sz="1600">
                <a:solidFill>
                  <a:srgbClr val="000000"/>
                </a:solidFill>
              </a:defRPr>
            </a:lvl4pPr>
            <a:lvl5pPr lvl="4" algn="r" rtl="0">
              <a:spcBef>
                <a:spcPts val="0"/>
              </a:spcBef>
              <a:spcAft>
                <a:spcPts val="0"/>
              </a:spcAft>
              <a:buClr>
                <a:srgbClr val="000000"/>
              </a:buClr>
              <a:buSzPts val="1600"/>
              <a:buNone/>
              <a:defRPr sz="1600">
                <a:solidFill>
                  <a:srgbClr val="000000"/>
                </a:solidFill>
              </a:defRPr>
            </a:lvl5pPr>
            <a:lvl6pPr lvl="5" algn="r" rtl="0">
              <a:spcBef>
                <a:spcPts val="0"/>
              </a:spcBef>
              <a:spcAft>
                <a:spcPts val="0"/>
              </a:spcAft>
              <a:buClr>
                <a:srgbClr val="000000"/>
              </a:buClr>
              <a:buSzPts val="1600"/>
              <a:buNone/>
              <a:defRPr sz="1600">
                <a:solidFill>
                  <a:srgbClr val="000000"/>
                </a:solidFill>
              </a:defRPr>
            </a:lvl6pPr>
            <a:lvl7pPr lvl="6" algn="r" rtl="0">
              <a:spcBef>
                <a:spcPts val="0"/>
              </a:spcBef>
              <a:spcAft>
                <a:spcPts val="0"/>
              </a:spcAft>
              <a:buClr>
                <a:srgbClr val="000000"/>
              </a:buClr>
              <a:buSzPts val="1600"/>
              <a:buNone/>
              <a:defRPr sz="1600">
                <a:solidFill>
                  <a:srgbClr val="000000"/>
                </a:solidFill>
              </a:defRPr>
            </a:lvl7pPr>
            <a:lvl8pPr lvl="7" algn="r" rtl="0">
              <a:spcBef>
                <a:spcPts val="0"/>
              </a:spcBef>
              <a:spcAft>
                <a:spcPts val="0"/>
              </a:spcAft>
              <a:buClr>
                <a:srgbClr val="000000"/>
              </a:buClr>
              <a:buSzPts val="1600"/>
              <a:buNone/>
              <a:defRPr sz="1600">
                <a:solidFill>
                  <a:srgbClr val="000000"/>
                </a:solidFill>
              </a:defRPr>
            </a:lvl8pPr>
            <a:lvl9pPr lvl="8" algn="r" rtl="0">
              <a:spcBef>
                <a:spcPts val="0"/>
              </a:spcBef>
              <a:spcAft>
                <a:spcPts val="0"/>
              </a:spcAft>
              <a:buClr>
                <a:srgbClr val="000000"/>
              </a:buClr>
              <a:buSzPts val="1600"/>
              <a:buNone/>
              <a:defRPr sz="1600">
                <a:solidFill>
                  <a:srgbClr val="000000"/>
                </a:solidFill>
              </a:defRPr>
            </a:lvl9pPr>
          </a:lstStyle>
          <a:p>
            <a:endParaRPr/>
          </a:p>
        </p:txBody>
      </p:sp>
      <p:sp>
        <p:nvSpPr>
          <p:cNvPr id="51" name="Google Shape;51;p7"/>
          <p:cNvSpPr txBox="1">
            <a:spLocks noGrp="1"/>
          </p:cNvSpPr>
          <p:nvPr>
            <p:ph type="subTitle" idx="1"/>
          </p:nvPr>
        </p:nvSpPr>
        <p:spPr>
          <a:xfrm>
            <a:off x="5363550" y="2724625"/>
            <a:ext cx="2956500" cy="178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28">
    <p:spTree>
      <p:nvGrpSpPr>
        <p:cNvPr id="1" name="Shape 52"/>
        <p:cNvGrpSpPr/>
        <p:nvPr/>
      </p:nvGrpSpPr>
      <p:grpSpPr>
        <a:xfrm>
          <a:off x="0" y="0"/>
          <a:ext cx="0" cy="0"/>
          <a:chOff x="0" y="0"/>
          <a:chExt cx="0" cy="0"/>
        </a:xfrm>
      </p:grpSpPr>
      <p:sp>
        <p:nvSpPr>
          <p:cNvPr id="53" name="Google Shape;53;p8"/>
          <p:cNvSpPr txBox="1">
            <a:spLocks noGrp="1"/>
          </p:cNvSpPr>
          <p:nvPr>
            <p:ph type="subTitle" idx="1"/>
          </p:nvPr>
        </p:nvSpPr>
        <p:spPr>
          <a:xfrm>
            <a:off x="915175" y="3380775"/>
            <a:ext cx="3960600" cy="631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54" name="Google Shape;54;p8"/>
          <p:cNvSpPr txBox="1">
            <a:spLocks noGrp="1"/>
          </p:cNvSpPr>
          <p:nvPr>
            <p:ph type="subTitle" idx="2"/>
          </p:nvPr>
        </p:nvSpPr>
        <p:spPr>
          <a:xfrm>
            <a:off x="915175" y="4004575"/>
            <a:ext cx="1821000" cy="2130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latin typeface="Livvic"/>
                <a:ea typeface="Livvic"/>
                <a:cs typeface="Livvic"/>
                <a:sym typeface="Livvic"/>
              </a:defRPr>
            </a:lvl1pPr>
            <a:lvl2pPr lvl="1" rtl="0">
              <a:spcBef>
                <a:spcPts val="1600"/>
              </a:spcBef>
              <a:spcAft>
                <a:spcPts val="0"/>
              </a:spcAft>
              <a:buNone/>
              <a:defRPr b="1">
                <a:latin typeface="Livvic"/>
                <a:ea typeface="Livvic"/>
                <a:cs typeface="Livvic"/>
                <a:sym typeface="Livvic"/>
              </a:defRPr>
            </a:lvl2pPr>
            <a:lvl3pPr lvl="2" rtl="0">
              <a:spcBef>
                <a:spcPts val="1600"/>
              </a:spcBef>
              <a:spcAft>
                <a:spcPts val="0"/>
              </a:spcAft>
              <a:buNone/>
              <a:defRPr b="1">
                <a:latin typeface="Livvic"/>
                <a:ea typeface="Livvic"/>
                <a:cs typeface="Livvic"/>
                <a:sym typeface="Livvic"/>
              </a:defRPr>
            </a:lvl3pPr>
            <a:lvl4pPr lvl="3" rtl="0">
              <a:spcBef>
                <a:spcPts val="1600"/>
              </a:spcBef>
              <a:spcAft>
                <a:spcPts val="0"/>
              </a:spcAft>
              <a:buNone/>
              <a:defRPr b="1">
                <a:latin typeface="Livvic"/>
                <a:ea typeface="Livvic"/>
                <a:cs typeface="Livvic"/>
                <a:sym typeface="Livvic"/>
              </a:defRPr>
            </a:lvl4pPr>
            <a:lvl5pPr lvl="4" rtl="0">
              <a:spcBef>
                <a:spcPts val="1600"/>
              </a:spcBef>
              <a:spcAft>
                <a:spcPts val="0"/>
              </a:spcAft>
              <a:buNone/>
              <a:defRPr b="1">
                <a:latin typeface="Livvic"/>
                <a:ea typeface="Livvic"/>
                <a:cs typeface="Livvic"/>
                <a:sym typeface="Livvic"/>
              </a:defRPr>
            </a:lvl5pPr>
            <a:lvl6pPr lvl="5" rtl="0">
              <a:spcBef>
                <a:spcPts val="1600"/>
              </a:spcBef>
              <a:spcAft>
                <a:spcPts val="0"/>
              </a:spcAft>
              <a:buNone/>
              <a:defRPr b="1">
                <a:latin typeface="Livvic"/>
                <a:ea typeface="Livvic"/>
                <a:cs typeface="Livvic"/>
                <a:sym typeface="Livvic"/>
              </a:defRPr>
            </a:lvl6pPr>
            <a:lvl7pPr lvl="6" rtl="0">
              <a:spcBef>
                <a:spcPts val="1600"/>
              </a:spcBef>
              <a:spcAft>
                <a:spcPts val="0"/>
              </a:spcAft>
              <a:buNone/>
              <a:defRPr b="1">
                <a:latin typeface="Livvic"/>
                <a:ea typeface="Livvic"/>
                <a:cs typeface="Livvic"/>
                <a:sym typeface="Livvic"/>
              </a:defRPr>
            </a:lvl7pPr>
            <a:lvl8pPr lvl="7" rtl="0">
              <a:spcBef>
                <a:spcPts val="1600"/>
              </a:spcBef>
              <a:spcAft>
                <a:spcPts val="0"/>
              </a:spcAft>
              <a:buNone/>
              <a:defRPr b="1">
                <a:latin typeface="Livvic"/>
                <a:ea typeface="Livvic"/>
                <a:cs typeface="Livvic"/>
                <a:sym typeface="Livvic"/>
              </a:defRPr>
            </a:lvl8pPr>
            <a:lvl9pPr lvl="8" rtl="0">
              <a:spcBef>
                <a:spcPts val="1600"/>
              </a:spcBef>
              <a:spcAft>
                <a:spcPts val="1600"/>
              </a:spcAft>
              <a:buNone/>
              <a:defRPr b="1">
                <a:latin typeface="Livvic"/>
                <a:ea typeface="Livvic"/>
                <a:cs typeface="Livvic"/>
                <a:sym typeface="Livvic"/>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design">
  <p:cSld name="CUSTOM_31">
    <p:spTree>
      <p:nvGrpSpPr>
        <p:cNvPr id="1" name="Shape 80"/>
        <p:cNvGrpSpPr/>
        <p:nvPr/>
      </p:nvGrpSpPr>
      <p:grpSpPr>
        <a:xfrm>
          <a:off x="0" y="0"/>
          <a:ext cx="0" cy="0"/>
          <a:chOff x="0" y="0"/>
          <a:chExt cx="0" cy="0"/>
        </a:xfrm>
      </p:grpSpPr>
      <p:sp>
        <p:nvSpPr>
          <p:cNvPr id="81" name="Google Shape;81;p14"/>
          <p:cNvSpPr txBox="1">
            <a:spLocks noGrp="1"/>
          </p:cNvSpPr>
          <p:nvPr>
            <p:ph type="ctrTitle"/>
          </p:nvPr>
        </p:nvSpPr>
        <p:spPr>
          <a:xfrm rot="5400000">
            <a:off x="6603595" y="1930225"/>
            <a:ext cx="3481200" cy="4875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lumns 4">
  <p:cSld name="CUSTOM_33">
    <p:spTree>
      <p:nvGrpSpPr>
        <p:cNvPr id="1" name="Shape 91"/>
        <p:cNvGrpSpPr/>
        <p:nvPr/>
      </p:nvGrpSpPr>
      <p:grpSpPr>
        <a:xfrm>
          <a:off x="0" y="0"/>
          <a:ext cx="0" cy="0"/>
          <a:chOff x="0" y="0"/>
          <a:chExt cx="0" cy="0"/>
        </a:xfrm>
      </p:grpSpPr>
      <p:sp>
        <p:nvSpPr>
          <p:cNvPr id="92" name="Google Shape;92;p17"/>
          <p:cNvSpPr txBox="1">
            <a:spLocks noGrp="1"/>
          </p:cNvSpPr>
          <p:nvPr>
            <p:ph type="subTitle" idx="1"/>
          </p:nvPr>
        </p:nvSpPr>
        <p:spPr>
          <a:xfrm flipH="1">
            <a:off x="840600" y="2432150"/>
            <a:ext cx="1650300" cy="75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000">
                <a:solidFill>
                  <a:srgbClr val="000000"/>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93" name="Google Shape;93;p17"/>
          <p:cNvSpPr txBox="1">
            <a:spLocks noGrp="1"/>
          </p:cNvSpPr>
          <p:nvPr>
            <p:ph type="subTitle" idx="2"/>
          </p:nvPr>
        </p:nvSpPr>
        <p:spPr>
          <a:xfrm>
            <a:off x="4702174" y="1049093"/>
            <a:ext cx="19602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000">
                <a:solidFill>
                  <a:srgbClr val="000000"/>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94" name="Google Shape;94;p17"/>
          <p:cNvSpPr txBox="1">
            <a:spLocks noGrp="1"/>
          </p:cNvSpPr>
          <p:nvPr>
            <p:ph type="ctrTitle"/>
          </p:nvPr>
        </p:nvSpPr>
        <p:spPr>
          <a:xfrm>
            <a:off x="-533400" y="2047350"/>
            <a:ext cx="3024300" cy="3849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16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95" name="Google Shape;95;p17"/>
          <p:cNvSpPr txBox="1">
            <a:spLocks noGrp="1"/>
          </p:cNvSpPr>
          <p:nvPr>
            <p:ph type="ctrTitle" idx="3"/>
          </p:nvPr>
        </p:nvSpPr>
        <p:spPr>
          <a:xfrm>
            <a:off x="4702174" y="664293"/>
            <a:ext cx="26193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96" name="Google Shape;96;p17"/>
          <p:cNvSpPr txBox="1">
            <a:spLocks noGrp="1"/>
          </p:cNvSpPr>
          <p:nvPr>
            <p:ph type="subTitle" idx="4"/>
          </p:nvPr>
        </p:nvSpPr>
        <p:spPr>
          <a:xfrm>
            <a:off x="4702174" y="3788925"/>
            <a:ext cx="22149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000">
                <a:solidFill>
                  <a:srgbClr val="000000"/>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97" name="Google Shape;97;p17"/>
          <p:cNvSpPr txBox="1">
            <a:spLocks noGrp="1"/>
          </p:cNvSpPr>
          <p:nvPr>
            <p:ph type="ctrTitle" idx="5"/>
          </p:nvPr>
        </p:nvSpPr>
        <p:spPr>
          <a:xfrm>
            <a:off x="4702174" y="3389725"/>
            <a:ext cx="24756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98" name="Google Shape;98;p17"/>
          <p:cNvSpPr txBox="1">
            <a:spLocks noGrp="1"/>
          </p:cNvSpPr>
          <p:nvPr>
            <p:ph type="ctrTitle" idx="6"/>
          </p:nvPr>
        </p:nvSpPr>
        <p:spPr>
          <a:xfrm rot="5400000">
            <a:off x="6860962" y="1407498"/>
            <a:ext cx="2449800" cy="487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Tree>
  </p:cSld>
  <p:clrMapOvr>
    <a:masterClrMapping/>
  </p:clrMapOvr>
  <p:extLst>
    <p:ext uri="{DCECCB84-F9BA-43D5-87BE-67443E8EF086}">
      <p15:sldGuideLst xmlns:p15="http://schemas.microsoft.com/office/powerpoint/2012/main">
        <p15:guide id="1" orient="horz" pos="510">
          <p15:clr>
            <a:srgbClr val="FA7B17"/>
          </p15:clr>
        </p15:guide>
        <p15:guide id="2" pos="454">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s 2">
  <p:cSld name="CUSTOM_34">
    <p:spTree>
      <p:nvGrpSpPr>
        <p:cNvPr id="1" name="Shape 99"/>
        <p:cNvGrpSpPr/>
        <p:nvPr/>
      </p:nvGrpSpPr>
      <p:grpSpPr>
        <a:xfrm>
          <a:off x="0" y="0"/>
          <a:ext cx="0" cy="0"/>
          <a:chOff x="0" y="0"/>
          <a:chExt cx="0" cy="0"/>
        </a:xfrm>
      </p:grpSpPr>
      <p:sp>
        <p:nvSpPr>
          <p:cNvPr id="100" name="Google Shape;100;p18"/>
          <p:cNvSpPr txBox="1">
            <a:spLocks noGrp="1"/>
          </p:cNvSpPr>
          <p:nvPr>
            <p:ph type="ctrTitle"/>
          </p:nvPr>
        </p:nvSpPr>
        <p:spPr>
          <a:xfrm rot="5400000">
            <a:off x="6860962" y="1407498"/>
            <a:ext cx="2449800" cy="487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01" name="Google Shape;101;p18"/>
          <p:cNvSpPr txBox="1">
            <a:spLocks noGrp="1"/>
          </p:cNvSpPr>
          <p:nvPr>
            <p:ph type="subTitle" idx="1"/>
          </p:nvPr>
        </p:nvSpPr>
        <p:spPr>
          <a:xfrm>
            <a:off x="1579064" y="2147200"/>
            <a:ext cx="16266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0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02" name="Google Shape;102;p18"/>
          <p:cNvSpPr txBox="1">
            <a:spLocks noGrp="1"/>
          </p:cNvSpPr>
          <p:nvPr>
            <p:ph type="ctrTitle" idx="2"/>
          </p:nvPr>
        </p:nvSpPr>
        <p:spPr>
          <a:xfrm>
            <a:off x="1579064" y="1762400"/>
            <a:ext cx="26193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03" name="Google Shape;103;p18"/>
          <p:cNvSpPr txBox="1">
            <a:spLocks noGrp="1"/>
          </p:cNvSpPr>
          <p:nvPr>
            <p:ph type="subTitle" idx="3"/>
          </p:nvPr>
        </p:nvSpPr>
        <p:spPr>
          <a:xfrm>
            <a:off x="4068269" y="2147200"/>
            <a:ext cx="16266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000">
                <a:solidFill>
                  <a:srgbClr val="000000"/>
                </a:solidFill>
              </a:defRPr>
            </a:lvl1pPr>
            <a:lvl2pPr lvl="1" algn="r" rtl="0">
              <a:lnSpc>
                <a:spcPct val="100000"/>
              </a:lnSpc>
              <a:spcBef>
                <a:spcPts val="0"/>
              </a:spcBef>
              <a:spcAft>
                <a:spcPts val="0"/>
              </a:spcAft>
              <a:buClr>
                <a:srgbClr val="000000"/>
              </a:buClr>
              <a:buSzPts val="1000"/>
              <a:buNone/>
              <a:defRPr sz="1000">
                <a:solidFill>
                  <a:srgbClr val="000000"/>
                </a:solidFill>
              </a:defRPr>
            </a:lvl2pPr>
            <a:lvl3pPr lvl="2" algn="r" rtl="0">
              <a:lnSpc>
                <a:spcPct val="100000"/>
              </a:lnSpc>
              <a:spcBef>
                <a:spcPts val="0"/>
              </a:spcBef>
              <a:spcAft>
                <a:spcPts val="0"/>
              </a:spcAft>
              <a:buClr>
                <a:srgbClr val="000000"/>
              </a:buClr>
              <a:buSzPts val="1000"/>
              <a:buNone/>
              <a:defRPr sz="1000">
                <a:solidFill>
                  <a:srgbClr val="000000"/>
                </a:solidFill>
              </a:defRPr>
            </a:lvl3pPr>
            <a:lvl4pPr lvl="3" algn="r" rtl="0">
              <a:lnSpc>
                <a:spcPct val="100000"/>
              </a:lnSpc>
              <a:spcBef>
                <a:spcPts val="0"/>
              </a:spcBef>
              <a:spcAft>
                <a:spcPts val="0"/>
              </a:spcAft>
              <a:buClr>
                <a:srgbClr val="000000"/>
              </a:buClr>
              <a:buSzPts val="1000"/>
              <a:buNone/>
              <a:defRPr sz="1000">
                <a:solidFill>
                  <a:srgbClr val="000000"/>
                </a:solidFill>
              </a:defRPr>
            </a:lvl4pPr>
            <a:lvl5pPr lvl="4" algn="r" rtl="0">
              <a:lnSpc>
                <a:spcPct val="100000"/>
              </a:lnSpc>
              <a:spcBef>
                <a:spcPts val="0"/>
              </a:spcBef>
              <a:spcAft>
                <a:spcPts val="0"/>
              </a:spcAft>
              <a:buClr>
                <a:srgbClr val="000000"/>
              </a:buClr>
              <a:buSzPts val="1000"/>
              <a:buNone/>
              <a:defRPr sz="1000">
                <a:solidFill>
                  <a:srgbClr val="000000"/>
                </a:solidFill>
              </a:defRPr>
            </a:lvl5pPr>
            <a:lvl6pPr lvl="5" algn="r" rtl="0">
              <a:lnSpc>
                <a:spcPct val="100000"/>
              </a:lnSpc>
              <a:spcBef>
                <a:spcPts val="0"/>
              </a:spcBef>
              <a:spcAft>
                <a:spcPts val="0"/>
              </a:spcAft>
              <a:buClr>
                <a:srgbClr val="000000"/>
              </a:buClr>
              <a:buSzPts val="1000"/>
              <a:buNone/>
              <a:defRPr sz="1000">
                <a:solidFill>
                  <a:srgbClr val="000000"/>
                </a:solidFill>
              </a:defRPr>
            </a:lvl6pPr>
            <a:lvl7pPr lvl="6" algn="r" rtl="0">
              <a:lnSpc>
                <a:spcPct val="100000"/>
              </a:lnSpc>
              <a:spcBef>
                <a:spcPts val="0"/>
              </a:spcBef>
              <a:spcAft>
                <a:spcPts val="0"/>
              </a:spcAft>
              <a:buClr>
                <a:srgbClr val="000000"/>
              </a:buClr>
              <a:buSzPts val="1000"/>
              <a:buNone/>
              <a:defRPr sz="1000">
                <a:solidFill>
                  <a:srgbClr val="000000"/>
                </a:solidFill>
              </a:defRPr>
            </a:lvl7pPr>
            <a:lvl8pPr lvl="7" algn="r" rtl="0">
              <a:lnSpc>
                <a:spcPct val="100000"/>
              </a:lnSpc>
              <a:spcBef>
                <a:spcPts val="0"/>
              </a:spcBef>
              <a:spcAft>
                <a:spcPts val="0"/>
              </a:spcAft>
              <a:buClr>
                <a:srgbClr val="000000"/>
              </a:buClr>
              <a:buSzPts val="1000"/>
              <a:buNone/>
              <a:defRPr sz="1000">
                <a:solidFill>
                  <a:srgbClr val="000000"/>
                </a:solidFill>
              </a:defRPr>
            </a:lvl8pPr>
            <a:lvl9pPr lvl="8" algn="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04" name="Google Shape;104;p18"/>
          <p:cNvSpPr txBox="1">
            <a:spLocks noGrp="1"/>
          </p:cNvSpPr>
          <p:nvPr>
            <p:ph type="ctrTitle" idx="4"/>
          </p:nvPr>
        </p:nvSpPr>
        <p:spPr>
          <a:xfrm>
            <a:off x="3075567" y="1762400"/>
            <a:ext cx="2619300" cy="3849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Resources">
  <p:cSld name="CUSTOM_25_1">
    <p:spTree>
      <p:nvGrpSpPr>
        <p:cNvPr id="1" name="Shape 111"/>
        <p:cNvGrpSpPr/>
        <p:nvPr/>
      </p:nvGrpSpPr>
      <p:grpSpPr>
        <a:xfrm>
          <a:off x="0" y="0"/>
          <a:ext cx="0" cy="0"/>
          <a:chOff x="0" y="0"/>
          <a:chExt cx="0" cy="0"/>
        </a:xfrm>
      </p:grpSpPr>
      <p:sp>
        <p:nvSpPr>
          <p:cNvPr id="112" name="Google Shape;112;p21"/>
          <p:cNvSpPr txBox="1">
            <a:spLocks noGrp="1"/>
          </p:cNvSpPr>
          <p:nvPr>
            <p:ph type="body" idx="1"/>
          </p:nvPr>
        </p:nvSpPr>
        <p:spPr>
          <a:xfrm>
            <a:off x="642050" y="127755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000000"/>
              </a:buClr>
              <a:buSzPts val="1200"/>
              <a:buChar char="●"/>
              <a:defRPr>
                <a:solidFill>
                  <a:srgbClr val="000000"/>
                </a:solidFill>
              </a:defRPr>
            </a:lvl1pPr>
            <a:lvl2pPr marL="914400" lvl="1" indent="-304800" rtl="0">
              <a:spcBef>
                <a:spcPts val="1600"/>
              </a:spcBef>
              <a:spcAft>
                <a:spcPts val="0"/>
              </a:spcAft>
              <a:buClr>
                <a:srgbClr val="000000"/>
              </a:buClr>
              <a:buSzPts val="1200"/>
              <a:buChar char="○"/>
              <a:defRPr>
                <a:solidFill>
                  <a:srgbClr val="000000"/>
                </a:solidFill>
              </a:defRPr>
            </a:lvl2pPr>
            <a:lvl3pPr marL="1371600" lvl="2" indent="-304800" rtl="0">
              <a:spcBef>
                <a:spcPts val="1600"/>
              </a:spcBef>
              <a:spcAft>
                <a:spcPts val="0"/>
              </a:spcAft>
              <a:buClr>
                <a:srgbClr val="000000"/>
              </a:buClr>
              <a:buSzPts val="1200"/>
              <a:buChar char="■"/>
              <a:defRPr>
                <a:solidFill>
                  <a:srgbClr val="000000"/>
                </a:solidFill>
              </a:defRPr>
            </a:lvl3pPr>
            <a:lvl4pPr marL="1828800" lvl="3" indent="-304800" rtl="0">
              <a:spcBef>
                <a:spcPts val="1600"/>
              </a:spcBef>
              <a:spcAft>
                <a:spcPts val="0"/>
              </a:spcAft>
              <a:buClr>
                <a:srgbClr val="000000"/>
              </a:buClr>
              <a:buSzPts val="1200"/>
              <a:buChar char="●"/>
              <a:defRPr>
                <a:solidFill>
                  <a:srgbClr val="000000"/>
                </a:solidFill>
              </a:defRPr>
            </a:lvl4pPr>
            <a:lvl5pPr marL="2286000" lvl="4" indent="-304800" rtl="0">
              <a:spcBef>
                <a:spcPts val="1600"/>
              </a:spcBef>
              <a:spcAft>
                <a:spcPts val="0"/>
              </a:spcAft>
              <a:buClr>
                <a:srgbClr val="000000"/>
              </a:buClr>
              <a:buSzPts val="1200"/>
              <a:buChar char="○"/>
              <a:defRPr>
                <a:solidFill>
                  <a:srgbClr val="000000"/>
                </a:solidFill>
              </a:defRPr>
            </a:lvl5pPr>
            <a:lvl6pPr marL="2743200" lvl="5" indent="-304800" rtl="0">
              <a:spcBef>
                <a:spcPts val="1600"/>
              </a:spcBef>
              <a:spcAft>
                <a:spcPts val="0"/>
              </a:spcAft>
              <a:buClr>
                <a:srgbClr val="000000"/>
              </a:buClr>
              <a:buSzPts val="1200"/>
              <a:buChar char="■"/>
              <a:defRPr>
                <a:solidFill>
                  <a:srgbClr val="000000"/>
                </a:solidFill>
              </a:defRPr>
            </a:lvl6pPr>
            <a:lvl7pPr marL="3200400" lvl="6" indent="-304800" rtl="0">
              <a:spcBef>
                <a:spcPts val="1600"/>
              </a:spcBef>
              <a:spcAft>
                <a:spcPts val="0"/>
              </a:spcAft>
              <a:buClr>
                <a:srgbClr val="000000"/>
              </a:buClr>
              <a:buSzPts val="1200"/>
              <a:buChar char="●"/>
              <a:defRPr>
                <a:solidFill>
                  <a:srgbClr val="000000"/>
                </a:solidFill>
              </a:defRPr>
            </a:lvl7pPr>
            <a:lvl8pPr marL="3657600" lvl="7" indent="-304800" rtl="0">
              <a:spcBef>
                <a:spcPts val="1600"/>
              </a:spcBef>
              <a:spcAft>
                <a:spcPts val="0"/>
              </a:spcAft>
              <a:buClr>
                <a:srgbClr val="000000"/>
              </a:buClr>
              <a:buSzPts val="1200"/>
              <a:buChar char="○"/>
              <a:defRPr>
                <a:solidFill>
                  <a:srgbClr val="000000"/>
                </a:solidFill>
              </a:defRPr>
            </a:lvl8pPr>
            <a:lvl9pPr marL="4114800" lvl="8" indent="-304800" rtl="0">
              <a:spcBef>
                <a:spcPts val="1600"/>
              </a:spcBef>
              <a:spcAft>
                <a:spcPts val="1600"/>
              </a:spcAft>
              <a:buClr>
                <a:srgbClr val="000000"/>
              </a:buClr>
              <a:buSzPts val="1200"/>
              <a:buChar char="■"/>
              <a:defRPr>
                <a:solidFill>
                  <a:srgbClr val="000000"/>
                </a:solidFill>
              </a:defRPr>
            </a:lvl9pPr>
          </a:lstStyle>
          <a:p>
            <a:endParaRPr/>
          </a:p>
        </p:txBody>
      </p:sp>
      <p:sp>
        <p:nvSpPr>
          <p:cNvPr id="113" name="Google Shape;113;p21"/>
          <p:cNvSpPr txBox="1">
            <a:spLocks noGrp="1"/>
          </p:cNvSpPr>
          <p:nvPr>
            <p:ph type="ctrTitle"/>
          </p:nvPr>
        </p:nvSpPr>
        <p:spPr>
          <a:xfrm rot="5400000">
            <a:off x="6923109" y="1407498"/>
            <a:ext cx="2449800" cy="4875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14" name="Google Shape;114;p21"/>
          <p:cNvSpPr txBox="1">
            <a:spLocks noGrp="1"/>
          </p:cNvSpPr>
          <p:nvPr>
            <p:ph type="subTitle" idx="2"/>
          </p:nvPr>
        </p:nvSpPr>
        <p:spPr>
          <a:xfrm>
            <a:off x="642050" y="540000"/>
            <a:ext cx="4655400" cy="96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60" r:id="rId7"/>
    <p:sldLayoutId id="2147483663" r:id="rId8"/>
    <p:sldLayoutId id="2147483664" r:id="rId9"/>
    <p:sldLayoutId id="214748366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7.jp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pic>
        <p:nvPicPr>
          <p:cNvPr id="127" name="Google Shape;127;p26"/>
          <p:cNvPicPr preferRelativeResize="0"/>
          <p:nvPr/>
        </p:nvPicPr>
        <p:blipFill>
          <a:blip r:embed="rId3"/>
          <a:srcRect l="12286" r="12286"/>
          <a:stretch/>
        </p:blipFill>
        <p:spPr>
          <a:xfrm flipH="1">
            <a:off x="2214590" y="0"/>
            <a:ext cx="6929408" cy="5143497"/>
          </a:xfrm>
          <a:prstGeom prst="rect">
            <a:avLst/>
          </a:prstGeom>
          <a:noFill/>
          <a:ln>
            <a:noFill/>
          </a:ln>
        </p:spPr>
      </p:pic>
      <p:sp>
        <p:nvSpPr>
          <p:cNvPr id="128" name="Google Shape;128;p26"/>
          <p:cNvSpPr/>
          <p:nvPr/>
        </p:nvSpPr>
        <p:spPr>
          <a:xfrm rot="5400000">
            <a:off x="1428875" y="13850"/>
            <a:ext cx="3358800" cy="5026500"/>
          </a:xfrm>
          <a:prstGeom prst="rect">
            <a:avLst/>
          </a:prstGeom>
          <a:solidFill>
            <a:srgbClr val="F7832A">
              <a:alpha val="8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txBox="1">
            <a:spLocks noGrp="1"/>
          </p:cNvSpPr>
          <p:nvPr>
            <p:ph type="ctrTitle"/>
          </p:nvPr>
        </p:nvSpPr>
        <p:spPr>
          <a:xfrm>
            <a:off x="1039575" y="1701225"/>
            <a:ext cx="4592400" cy="178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lt1"/>
                </a:solidFill>
              </a:rPr>
              <a:t>FINAL REPORT ON MY PCTO EXPERIENCE</a:t>
            </a:r>
          </a:p>
        </p:txBody>
      </p:sp>
      <p:sp>
        <p:nvSpPr>
          <p:cNvPr id="131" name="Google Shape;131;p26"/>
          <p:cNvSpPr/>
          <p:nvPr/>
        </p:nvSpPr>
        <p:spPr>
          <a:xfrm rot="-5400000" flipH="1">
            <a:off x="7354200" y="2416550"/>
            <a:ext cx="3358800" cy="221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5"/>
        <p:cNvGrpSpPr/>
        <p:nvPr/>
      </p:nvGrpSpPr>
      <p:grpSpPr>
        <a:xfrm>
          <a:off x="0" y="0"/>
          <a:ext cx="0" cy="0"/>
          <a:chOff x="0" y="0"/>
          <a:chExt cx="0" cy="0"/>
        </a:xfrm>
      </p:grpSpPr>
      <p:pic>
        <p:nvPicPr>
          <p:cNvPr id="166" name="Google Shape;166;p29"/>
          <p:cNvPicPr preferRelativeResize="0"/>
          <p:nvPr/>
        </p:nvPicPr>
        <p:blipFill>
          <a:blip r:embed="rId3"/>
          <a:srcRect l="28995" r="28995"/>
          <a:stretch/>
        </p:blipFill>
        <p:spPr>
          <a:xfrm>
            <a:off x="5381626" y="0"/>
            <a:ext cx="3762374" cy="5143500"/>
          </a:xfrm>
          <a:prstGeom prst="rect">
            <a:avLst/>
          </a:prstGeom>
          <a:noFill/>
          <a:ln>
            <a:noFill/>
          </a:ln>
        </p:spPr>
      </p:pic>
      <p:sp>
        <p:nvSpPr>
          <p:cNvPr id="167" name="Google Shape;167;p29"/>
          <p:cNvSpPr/>
          <p:nvPr/>
        </p:nvSpPr>
        <p:spPr>
          <a:xfrm>
            <a:off x="4819650" y="1577400"/>
            <a:ext cx="2991000" cy="1988700"/>
          </a:xfrm>
          <a:prstGeom prst="rect">
            <a:avLst/>
          </a:prstGeom>
          <a:solidFill>
            <a:srgbClr val="F7832A">
              <a:alpha val="5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9"/>
          <p:cNvSpPr txBox="1">
            <a:spLocks noGrp="1"/>
          </p:cNvSpPr>
          <p:nvPr>
            <p:ph type="subTitle" idx="1"/>
          </p:nvPr>
        </p:nvSpPr>
        <p:spPr>
          <a:xfrm flipH="1">
            <a:off x="672375" y="2154225"/>
            <a:ext cx="3498000" cy="1170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US" sz="1400" dirty="0"/>
              <a:t>I was inserted to the company Computer Discount </a:t>
            </a:r>
            <a:r>
              <a:rPr lang="en-US" sz="1400" dirty="0" err="1"/>
              <a:t>Srl</a:t>
            </a:r>
            <a:r>
              <a:rPr lang="en-US" sz="1400" dirty="0"/>
              <a:t>. Is a company that deals with sales and repair/ maintenance of electronic devices. And I was assigned to the repair and initialization department at hardware level.</a:t>
            </a:r>
            <a:endParaRPr sz="1400" dirty="0"/>
          </a:p>
        </p:txBody>
      </p:sp>
      <p:sp>
        <p:nvSpPr>
          <p:cNvPr id="169" name="Google Shape;169;p29"/>
          <p:cNvSpPr txBox="1">
            <a:spLocks noGrp="1"/>
          </p:cNvSpPr>
          <p:nvPr>
            <p:ph type="title"/>
          </p:nvPr>
        </p:nvSpPr>
        <p:spPr>
          <a:xfrm>
            <a:off x="672375" y="1432475"/>
            <a:ext cx="3498000" cy="8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300" dirty="0"/>
              <a:t>ABOUT THE COMPANY</a:t>
            </a:r>
            <a:endParaRPr sz="2300" dirty="0"/>
          </a:p>
        </p:txBody>
      </p:sp>
      <p:pic>
        <p:nvPicPr>
          <p:cNvPr id="170" name="Google Shape;170;p29"/>
          <p:cNvPicPr preferRelativeResize="0"/>
          <p:nvPr/>
        </p:nvPicPr>
        <p:blipFill>
          <a:blip r:embed="rId4"/>
          <a:srcRect/>
          <a:stretch/>
        </p:blipFill>
        <p:spPr>
          <a:xfrm>
            <a:off x="6077231" y="1910824"/>
            <a:ext cx="1231550" cy="872578"/>
          </a:xfrm>
          <a:prstGeom prst="rect">
            <a:avLst/>
          </a:prstGeom>
          <a:noFill/>
          <a:ln>
            <a:noFill/>
          </a:ln>
        </p:spPr>
      </p:pic>
      <p:sp>
        <p:nvSpPr>
          <p:cNvPr id="171" name="Google Shape;171;p29"/>
          <p:cNvSpPr/>
          <p:nvPr/>
        </p:nvSpPr>
        <p:spPr>
          <a:xfrm>
            <a:off x="0" y="1577400"/>
            <a:ext cx="362100" cy="1988700"/>
          </a:xfrm>
          <a:prstGeom prst="rect">
            <a:avLst/>
          </a:prstGeom>
          <a:solidFill>
            <a:srgbClr val="F7832A">
              <a:alpha val="5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CasellaDiTesto 2">
            <a:extLst>
              <a:ext uri="{FF2B5EF4-FFF2-40B4-BE49-F238E27FC236}">
                <a16:creationId xmlns:a16="http://schemas.microsoft.com/office/drawing/2014/main" id="{711E5252-6FCF-3B8A-4806-217A786FADD6}"/>
              </a:ext>
            </a:extLst>
          </p:cNvPr>
          <p:cNvSpPr txBox="1"/>
          <p:nvPr/>
        </p:nvSpPr>
        <p:spPr>
          <a:xfrm>
            <a:off x="5909187" y="2739225"/>
            <a:ext cx="1567638" cy="707886"/>
          </a:xfrm>
          <a:prstGeom prst="rect">
            <a:avLst/>
          </a:prstGeom>
          <a:noFill/>
        </p:spPr>
        <p:txBody>
          <a:bodyPr wrap="square" rtlCol="0">
            <a:spAutoFit/>
          </a:bodyPr>
          <a:lstStyle/>
          <a:p>
            <a:pPr algn="ctr"/>
            <a:r>
              <a:rPr lang="it-IT" sz="2000" dirty="0">
                <a:solidFill>
                  <a:schemeClr val="bg1">
                    <a:lumMod val="95000"/>
                  </a:schemeClr>
                </a:solidFill>
                <a:latin typeface="Impact" panose="020B0806030902050204" pitchFamily="34" charset="0"/>
              </a:rPr>
              <a:t>COMPUTER</a:t>
            </a:r>
          </a:p>
          <a:p>
            <a:pPr algn="ctr"/>
            <a:r>
              <a:rPr lang="it-IT" sz="2000" dirty="0">
                <a:solidFill>
                  <a:schemeClr val="bg1">
                    <a:lumMod val="95000"/>
                  </a:schemeClr>
                </a:solidFill>
                <a:latin typeface="Impact" panose="020B0806030902050204" pitchFamily="34" charset="0"/>
              </a:rPr>
              <a:t>DISCOUNT</a:t>
            </a:r>
          </a:p>
        </p:txBody>
      </p:sp>
      <p:sp>
        <p:nvSpPr>
          <p:cNvPr id="4" name="Rettangolo 3">
            <a:extLst>
              <a:ext uri="{FF2B5EF4-FFF2-40B4-BE49-F238E27FC236}">
                <a16:creationId xmlns:a16="http://schemas.microsoft.com/office/drawing/2014/main" id="{DEEF9999-B3A7-7C10-3B4E-E69939E51BF6}"/>
              </a:ext>
            </a:extLst>
          </p:cNvPr>
          <p:cNvSpPr/>
          <p:nvPr/>
        </p:nvSpPr>
        <p:spPr>
          <a:xfrm>
            <a:off x="6184490" y="3409769"/>
            <a:ext cx="1052052" cy="74683"/>
          </a:xfrm>
          <a:prstGeom prst="rect">
            <a:avLst/>
          </a:prstGeom>
          <a:solidFill>
            <a:srgbClr val="F6832A"/>
          </a:solidFill>
          <a:ln>
            <a:solidFill>
              <a:srgbClr val="F78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44"/>
        <p:cNvGrpSpPr/>
        <p:nvPr/>
      </p:nvGrpSpPr>
      <p:grpSpPr>
        <a:xfrm>
          <a:off x="0" y="0"/>
          <a:ext cx="0" cy="0"/>
          <a:chOff x="0" y="0"/>
          <a:chExt cx="0" cy="0"/>
        </a:xfrm>
      </p:grpSpPr>
      <p:sp>
        <p:nvSpPr>
          <p:cNvPr id="145" name="Google Shape;145;p28"/>
          <p:cNvSpPr txBox="1">
            <a:spLocks noGrp="1"/>
          </p:cNvSpPr>
          <p:nvPr>
            <p:ph type="ctrTitle" idx="9"/>
          </p:nvPr>
        </p:nvSpPr>
        <p:spPr>
          <a:xfrm rot="5400000">
            <a:off x="6672869" y="1646270"/>
            <a:ext cx="29133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100" dirty="0"/>
              <a:t>SERVICES PROVIDED BY THE COMPANY</a:t>
            </a:r>
            <a:endParaRPr sz="2100" dirty="0"/>
          </a:p>
        </p:txBody>
      </p:sp>
      <p:sp>
        <p:nvSpPr>
          <p:cNvPr id="146" name="Google Shape;146;p28"/>
          <p:cNvSpPr/>
          <p:nvPr/>
        </p:nvSpPr>
        <p:spPr>
          <a:xfrm rot="-5400000" flipH="1">
            <a:off x="-957900" y="960600"/>
            <a:ext cx="5140800" cy="3225000"/>
          </a:xfrm>
          <a:prstGeom prst="rect">
            <a:avLst/>
          </a:prstGeom>
          <a:solidFill>
            <a:srgbClr val="F7832A"/>
          </a:solidFill>
          <a:ln>
            <a:solidFill>
              <a:srgbClr val="F7832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8"/>
          <p:cNvSpPr txBox="1">
            <a:spLocks noGrp="1"/>
          </p:cNvSpPr>
          <p:nvPr>
            <p:ph type="subTitle" idx="7"/>
          </p:nvPr>
        </p:nvSpPr>
        <p:spPr>
          <a:xfrm>
            <a:off x="3423900" y="2798694"/>
            <a:ext cx="2631072"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main function of the shop, to repair problems with all kinds of devices and to solve problems encountered by customers. </a:t>
            </a:r>
          </a:p>
          <a:p>
            <a:pPr marL="0" lvl="0" indent="0" algn="l" rtl="0">
              <a:spcBef>
                <a:spcPts val="0"/>
              </a:spcBef>
              <a:spcAft>
                <a:spcPts val="0"/>
              </a:spcAft>
              <a:buNone/>
            </a:pPr>
            <a:endParaRPr dirty="0"/>
          </a:p>
        </p:txBody>
      </p:sp>
      <p:sp>
        <p:nvSpPr>
          <p:cNvPr id="148" name="Google Shape;148;p28"/>
          <p:cNvSpPr txBox="1">
            <a:spLocks noGrp="1"/>
          </p:cNvSpPr>
          <p:nvPr>
            <p:ph type="ctrTitle" idx="6"/>
          </p:nvPr>
        </p:nvSpPr>
        <p:spPr>
          <a:xfrm>
            <a:off x="3423902" y="2377619"/>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dirty="0"/>
              <a:t>REPAIR OF ELECTRONIC DEVICES</a:t>
            </a:r>
            <a:endParaRPr dirty="0"/>
          </a:p>
        </p:txBody>
      </p:sp>
      <p:sp>
        <p:nvSpPr>
          <p:cNvPr id="149" name="Google Shape;149;p28"/>
          <p:cNvSpPr txBox="1">
            <a:spLocks noGrp="1"/>
          </p:cNvSpPr>
          <p:nvPr>
            <p:ph type="title" idx="8"/>
          </p:nvPr>
        </p:nvSpPr>
        <p:spPr>
          <a:xfrm>
            <a:off x="2018910" y="2538316"/>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03</a:t>
            </a:r>
            <a:endParaRPr dirty="0">
              <a:solidFill>
                <a:schemeClr val="lt1"/>
              </a:solidFill>
            </a:endParaRPr>
          </a:p>
        </p:txBody>
      </p:sp>
      <p:sp>
        <p:nvSpPr>
          <p:cNvPr id="150" name="Google Shape;150;p28"/>
          <p:cNvSpPr txBox="1">
            <a:spLocks noGrp="1"/>
          </p:cNvSpPr>
          <p:nvPr>
            <p:ph type="ctrTitle"/>
          </p:nvPr>
        </p:nvSpPr>
        <p:spPr>
          <a:xfrm>
            <a:off x="3423902" y="387473"/>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r>
              <a:rPr lang="en" dirty="0"/>
              <a:t>SALE OF ELECTRONIC DEVICES IN STORE</a:t>
            </a:r>
            <a:endParaRPr dirty="0"/>
          </a:p>
        </p:txBody>
      </p:sp>
      <p:sp>
        <p:nvSpPr>
          <p:cNvPr id="151" name="Google Shape;151;p28"/>
          <p:cNvSpPr txBox="1">
            <a:spLocks noGrp="1"/>
          </p:cNvSpPr>
          <p:nvPr>
            <p:ph type="subTitle" idx="1"/>
          </p:nvPr>
        </p:nvSpPr>
        <p:spPr>
          <a:xfrm>
            <a:off x="3423899" y="858921"/>
            <a:ext cx="3225001" cy="572400"/>
          </a:xfrm>
          <a:prstGeom prst="rect">
            <a:avLst/>
          </a:prstGeom>
        </p:spPr>
        <p:txBody>
          <a:bodyPr spcFirstLastPara="1" wrap="square" lIns="91425" tIns="91425" rIns="91425" bIns="91425" anchor="t" anchorCtr="0">
            <a:noAutofit/>
          </a:bodyPr>
          <a:lstStyle/>
          <a:p>
            <a:pPr marL="0" lvl="0" indent="0"/>
            <a:r>
              <a:rPr lang="en-US" dirty="0"/>
              <a:t>Among the products sold in store we have printer cartridges, desktop and laptop computers, phones/tablets, and other computer equipment such as mice etc..</a:t>
            </a:r>
            <a:endParaRPr dirty="0"/>
          </a:p>
        </p:txBody>
      </p:sp>
      <p:sp>
        <p:nvSpPr>
          <p:cNvPr id="152" name="Google Shape;152;p28"/>
          <p:cNvSpPr txBox="1">
            <a:spLocks noGrp="1"/>
          </p:cNvSpPr>
          <p:nvPr>
            <p:ph type="title" idx="2"/>
          </p:nvPr>
        </p:nvSpPr>
        <p:spPr>
          <a:xfrm>
            <a:off x="2023007" y="654113"/>
            <a:ext cx="17391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01</a:t>
            </a:r>
            <a:endParaRPr dirty="0">
              <a:solidFill>
                <a:schemeClr val="lt1"/>
              </a:solidFill>
            </a:endParaRPr>
          </a:p>
        </p:txBody>
      </p:sp>
      <p:sp>
        <p:nvSpPr>
          <p:cNvPr id="153" name="Google Shape;153;p28"/>
          <p:cNvSpPr txBox="1">
            <a:spLocks noGrp="1"/>
          </p:cNvSpPr>
          <p:nvPr>
            <p:ph type="ctrTitle" idx="3"/>
          </p:nvPr>
        </p:nvSpPr>
        <p:spPr>
          <a:xfrm>
            <a:off x="3423902" y="1347070"/>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SALE OF ELECTRONIC DEVICES ONLINE</a:t>
            </a:r>
          </a:p>
        </p:txBody>
      </p:sp>
      <p:sp>
        <p:nvSpPr>
          <p:cNvPr id="154" name="Google Shape;154;p28"/>
          <p:cNvSpPr txBox="1">
            <a:spLocks noGrp="1"/>
          </p:cNvSpPr>
          <p:nvPr>
            <p:ph type="subTitle" idx="4"/>
          </p:nvPr>
        </p:nvSpPr>
        <p:spPr>
          <a:xfrm>
            <a:off x="3423560" y="1761267"/>
            <a:ext cx="2631412"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Online sales means that customers can request to order any component online. You can request this by calling or asking in the shop.</a:t>
            </a:r>
            <a:endParaRPr dirty="0"/>
          </a:p>
        </p:txBody>
      </p:sp>
      <p:sp>
        <p:nvSpPr>
          <p:cNvPr id="155" name="Google Shape;155;p28"/>
          <p:cNvSpPr txBox="1">
            <a:spLocks noGrp="1"/>
          </p:cNvSpPr>
          <p:nvPr>
            <p:ph type="title" idx="5"/>
          </p:nvPr>
        </p:nvSpPr>
        <p:spPr>
          <a:xfrm>
            <a:off x="2023007" y="1572153"/>
            <a:ext cx="1615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02</a:t>
            </a:r>
            <a:endParaRPr dirty="0">
              <a:solidFill>
                <a:schemeClr val="lt1"/>
              </a:solidFill>
            </a:endParaRPr>
          </a:p>
        </p:txBody>
      </p:sp>
      <p:sp>
        <p:nvSpPr>
          <p:cNvPr id="156" name="Google Shape;156;p28"/>
          <p:cNvSpPr txBox="1">
            <a:spLocks noGrp="1"/>
          </p:cNvSpPr>
          <p:nvPr>
            <p:ph type="ctrTitle" idx="13"/>
          </p:nvPr>
        </p:nvSpPr>
        <p:spPr>
          <a:xfrm>
            <a:off x="3423902" y="3354956"/>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dirty="0"/>
              <a:t>DATA TRANSFER BETWEEN DEVICES</a:t>
            </a:r>
            <a:endParaRPr dirty="0"/>
          </a:p>
        </p:txBody>
      </p:sp>
      <p:sp>
        <p:nvSpPr>
          <p:cNvPr id="157" name="Google Shape;157;p28"/>
          <p:cNvSpPr txBox="1">
            <a:spLocks noGrp="1"/>
          </p:cNvSpPr>
          <p:nvPr>
            <p:ph type="subTitle" idx="14"/>
          </p:nvPr>
        </p:nvSpPr>
        <p:spPr>
          <a:xfrm>
            <a:off x="3423899" y="3768579"/>
            <a:ext cx="2631071"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Customers often request to transfer data or from internal hard drives, now full, in some more spacious. Or to transfer data between smartphones.</a:t>
            </a:r>
            <a:endParaRPr dirty="0"/>
          </a:p>
        </p:txBody>
      </p:sp>
      <p:sp>
        <p:nvSpPr>
          <p:cNvPr id="158" name="Google Shape;158;p28"/>
          <p:cNvSpPr txBox="1">
            <a:spLocks noGrp="1"/>
          </p:cNvSpPr>
          <p:nvPr>
            <p:ph type="title" idx="15"/>
          </p:nvPr>
        </p:nvSpPr>
        <p:spPr>
          <a:xfrm>
            <a:off x="2018910" y="3503589"/>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lt1"/>
                </a:solidFill>
              </a:rPr>
              <a:t>04</a:t>
            </a:r>
            <a:endParaRPr dirty="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06"/>
        <p:cNvGrpSpPr/>
        <p:nvPr/>
      </p:nvGrpSpPr>
      <p:grpSpPr>
        <a:xfrm>
          <a:off x="0" y="0"/>
          <a:ext cx="0" cy="0"/>
          <a:chOff x="0" y="0"/>
          <a:chExt cx="0" cy="0"/>
        </a:xfrm>
      </p:grpSpPr>
      <p:sp>
        <p:nvSpPr>
          <p:cNvPr id="207" name="Google Shape;207;p32"/>
          <p:cNvSpPr/>
          <p:nvPr/>
        </p:nvSpPr>
        <p:spPr>
          <a:xfrm rot="-5400000">
            <a:off x="6349650" y="643825"/>
            <a:ext cx="1057500" cy="3104100"/>
          </a:xfrm>
          <a:prstGeom prst="rect">
            <a:avLst/>
          </a:prstGeom>
          <a:solidFill>
            <a:srgbClr val="F783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8" name="Google Shape;208;p32"/>
          <p:cNvPicPr preferRelativeResize="0"/>
          <p:nvPr/>
        </p:nvPicPr>
        <p:blipFill>
          <a:blip r:embed="rId3"/>
          <a:srcRect l="23591" r="23591"/>
          <a:stretch/>
        </p:blipFill>
        <p:spPr>
          <a:xfrm>
            <a:off x="331425" y="271375"/>
            <a:ext cx="4224900" cy="4506150"/>
          </a:xfrm>
          <a:prstGeom prst="rect">
            <a:avLst/>
          </a:prstGeom>
          <a:noFill/>
          <a:ln>
            <a:noFill/>
          </a:ln>
        </p:spPr>
      </p:pic>
      <p:sp>
        <p:nvSpPr>
          <p:cNvPr id="209" name="Google Shape;209;p32"/>
          <p:cNvSpPr txBox="1">
            <a:spLocks noGrp="1"/>
          </p:cNvSpPr>
          <p:nvPr>
            <p:ph type="ctrTitle"/>
          </p:nvPr>
        </p:nvSpPr>
        <p:spPr>
          <a:xfrm>
            <a:off x="5432000" y="710675"/>
            <a:ext cx="2888100" cy="2054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2800" dirty="0">
                <a:solidFill>
                  <a:schemeClr val="lt1"/>
                </a:solidFill>
              </a:rPr>
              <a:t>MY DUTIES AS A MEMBER</a:t>
            </a:r>
            <a:endParaRPr sz="2800" dirty="0">
              <a:solidFill>
                <a:schemeClr val="lt1"/>
              </a:solidFill>
            </a:endParaRPr>
          </a:p>
        </p:txBody>
      </p:sp>
      <p:sp>
        <p:nvSpPr>
          <p:cNvPr id="210" name="Google Shape;210;p32"/>
          <p:cNvSpPr txBox="1">
            <a:spLocks noGrp="1"/>
          </p:cNvSpPr>
          <p:nvPr>
            <p:ph type="subTitle" idx="1"/>
          </p:nvPr>
        </p:nvSpPr>
        <p:spPr>
          <a:xfrm>
            <a:off x="4587677" y="2724625"/>
            <a:ext cx="4556323" cy="178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During this time I was fortunate enough to perform several tasks to improve my work skills:</a:t>
            </a:r>
          </a:p>
          <a:p>
            <a:pPr marL="171450" lvl="0" indent="-171450" algn="l" rtl="0">
              <a:spcBef>
                <a:spcPts val="0"/>
              </a:spcBef>
              <a:spcAft>
                <a:spcPts val="0"/>
              </a:spcAft>
              <a:buFont typeface="Arial" panose="020B0604020202020204" pitchFamily="34" charset="0"/>
              <a:buChar char="•"/>
            </a:pPr>
            <a:r>
              <a:rPr lang="en-US" dirty="0"/>
              <a:t>The main one was customer troubleshooting from electronic devices. I often had to disassemble laptops or PCs to replace damaged parts, such as hard drives or fans, or for dust cleaning.</a:t>
            </a:r>
          </a:p>
          <a:p>
            <a:pPr marL="171450" lvl="0" indent="-171450" algn="l" rtl="0">
              <a:spcBef>
                <a:spcPts val="0"/>
              </a:spcBef>
              <a:spcAft>
                <a:spcPts val="0"/>
              </a:spcAft>
              <a:buFont typeface="Arial" panose="020B0604020202020204" pitchFamily="34" charset="0"/>
              <a:buChar char="•"/>
            </a:pPr>
            <a:r>
              <a:rPr lang="en-US" dirty="0"/>
              <a:t>Other times I found myself assembling from scratch fixed PCs, and then even initialize them by inserting the Operating System (Windows) and installing starting applications.</a:t>
            </a:r>
          </a:p>
          <a:p>
            <a:pPr marL="171450" lvl="0" indent="-171450" algn="l" rtl="0">
              <a:spcBef>
                <a:spcPts val="0"/>
              </a:spcBef>
              <a:spcAft>
                <a:spcPts val="0"/>
              </a:spcAft>
              <a:buFont typeface="Arial" panose="020B0604020202020204" pitchFamily="34" charset="0"/>
              <a:buChar char="•"/>
            </a:pPr>
            <a:r>
              <a:rPr lang="en-US" dirty="0"/>
              <a:t>A final task was to rewrite and print the price list with price tags of various items in the store such as printer cartridges, </a:t>
            </a:r>
            <a:r>
              <a:rPr lang="en-US" dirty="0" err="1"/>
              <a:t>bluetooth</a:t>
            </a:r>
            <a:r>
              <a:rPr lang="en-US" dirty="0"/>
              <a:t> headphones etc..</a:t>
            </a:r>
            <a:endParaRPr dirty="0"/>
          </a:p>
        </p:txBody>
      </p:sp>
      <p:sp>
        <p:nvSpPr>
          <p:cNvPr id="211" name="Google Shape;211;p32"/>
          <p:cNvSpPr/>
          <p:nvPr/>
        </p:nvSpPr>
        <p:spPr>
          <a:xfrm rot="-5400000">
            <a:off x="6600" y="1660525"/>
            <a:ext cx="1057500" cy="1070700"/>
          </a:xfrm>
          <a:prstGeom prst="rect">
            <a:avLst/>
          </a:prstGeom>
          <a:solidFill>
            <a:srgbClr val="F7832A">
              <a:alpha val="50000"/>
            </a:srgb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a:spLocks noGrp="1"/>
          </p:cNvSpPr>
          <p:nvPr>
            <p:ph type="ctrTitle" idx="6"/>
          </p:nvPr>
        </p:nvSpPr>
        <p:spPr>
          <a:xfrm rot="5400000">
            <a:off x="6685437" y="1646270"/>
            <a:ext cx="29133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 I LEARNT ABOUT. . .</a:t>
            </a:r>
            <a:endParaRPr dirty="0"/>
          </a:p>
        </p:txBody>
      </p:sp>
      <p:sp>
        <p:nvSpPr>
          <p:cNvPr id="177" name="Google Shape;177;p30"/>
          <p:cNvSpPr/>
          <p:nvPr/>
        </p:nvSpPr>
        <p:spPr>
          <a:xfrm>
            <a:off x="0" y="0"/>
            <a:ext cx="3607500" cy="26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0"/>
          <p:cNvSpPr/>
          <p:nvPr/>
        </p:nvSpPr>
        <p:spPr>
          <a:xfrm>
            <a:off x="3607486" y="0"/>
            <a:ext cx="3607500" cy="2632200"/>
          </a:xfrm>
          <a:prstGeom prst="rect">
            <a:avLst/>
          </a:prstGeom>
          <a:solidFill>
            <a:srgbClr val="F783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0"/>
          <p:cNvSpPr/>
          <p:nvPr/>
        </p:nvSpPr>
        <p:spPr>
          <a:xfrm>
            <a:off x="0" y="2632200"/>
            <a:ext cx="3607500" cy="2511300"/>
          </a:xfrm>
          <a:prstGeom prst="rect">
            <a:avLst/>
          </a:prstGeom>
          <a:solidFill>
            <a:srgbClr val="F783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0"/>
          <p:cNvSpPr/>
          <p:nvPr/>
        </p:nvSpPr>
        <p:spPr>
          <a:xfrm>
            <a:off x="3607486" y="2606700"/>
            <a:ext cx="3607500" cy="2511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0"/>
          <p:cNvSpPr txBox="1">
            <a:spLocks noGrp="1"/>
          </p:cNvSpPr>
          <p:nvPr>
            <p:ph type="subTitle" idx="1"/>
          </p:nvPr>
        </p:nvSpPr>
        <p:spPr>
          <a:xfrm>
            <a:off x="631884" y="1148733"/>
            <a:ext cx="2863702" cy="53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I often found myself at the beginning of the path having to explain how to perform various actions, taught me how to work within the hardware part of the computer, or the right programs to install. For the rest I managed to solve many of the problems independently.</a:t>
            </a:r>
            <a:endParaRPr sz="1200" dirty="0"/>
          </a:p>
        </p:txBody>
      </p:sp>
      <p:sp>
        <p:nvSpPr>
          <p:cNvPr id="182" name="Google Shape;182;p30"/>
          <p:cNvSpPr txBox="1">
            <a:spLocks noGrp="1"/>
          </p:cNvSpPr>
          <p:nvPr>
            <p:ph type="subTitle" idx="3"/>
          </p:nvPr>
        </p:nvSpPr>
        <p:spPr>
          <a:xfrm>
            <a:off x="4178937" y="1144436"/>
            <a:ext cx="3001322" cy="108259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solidFill>
                  <a:schemeClr val="lt1"/>
                </a:solidFill>
              </a:rPr>
              <a:t>I have often worked together, except to learn how to perform certain tasks. Sometimes, however, my two colleagues and I have had to work together to solve or figure out how to solve more complex problems. In this respect I noticed that I found working in a group very good, especially on the side where I was told what to do and how to do it, giving me a lot of confidence. </a:t>
            </a:r>
            <a:endParaRPr sz="1100" dirty="0">
              <a:solidFill>
                <a:schemeClr val="lt1"/>
              </a:solidFill>
            </a:endParaRPr>
          </a:p>
        </p:txBody>
      </p:sp>
      <p:sp>
        <p:nvSpPr>
          <p:cNvPr id="183" name="Google Shape;183;p30"/>
          <p:cNvSpPr txBox="1">
            <a:spLocks noGrp="1"/>
          </p:cNvSpPr>
          <p:nvPr>
            <p:ph type="subTitle" idx="5"/>
          </p:nvPr>
        </p:nvSpPr>
        <p:spPr>
          <a:xfrm>
            <a:off x="2435961" y="3550520"/>
            <a:ext cx="2765303"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solidFill>
                  <a:schemeClr val="lt1"/>
                </a:solidFill>
              </a:rPr>
              <a:t>Of myself I </a:t>
            </a:r>
            <a:r>
              <a:rPr lang="en-US" sz="1200" dirty="0">
                <a:solidFill>
                  <a:schemeClr val="bg1"/>
                </a:solidFill>
              </a:rPr>
              <a:t>notice</a:t>
            </a:r>
            <a:r>
              <a:rPr lang="en-US" sz="1200" dirty="0">
                <a:solidFill>
                  <a:schemeClr val="tx1"/>
                </a:solidFill>
              </a:rPr>
              <a:t>d that often, due to my </a:t>
            </a:r>
            <a:r>
              <a:rPr lang="en-US" sz="1200" dirty="0">
                <a:solidFill>
                  <a:schemeClr val="lt1"/>
                </a:solidFill>
              </a:rPr>
              <a:t>timidity, I could </a:t>
            </a:r>
            <a:r>
              <a:rPr lang="en-US" sz="1200" dirty="0">
                <a:solidFill>
                  <a:schemeClr val="bg1"/>
                </a:solidFill>
              </a:rPr>
              <a:t>n</a:t>
            </a:r>
            <a:r>
              <a:rPr lang="en-US" sz="1200" dirty="0">
                <a:solidFill>
                  <a:schemeClr val="tx1"/>
                </a:solidFill>
              </a:rPr>
              <a:t>ot ask for help from my </a:t>
            </a:r>
            <a:r>
              <a:rPr lang="en-US" sz="1200" dirty="0">
                <a:solidFill>
                  <a:schemeClr val="lt1"/>
                </a:solidFill>
              </a:rPr>
              <a:t>more experience</a:t>
            </a:r>
            <a:r>
              <a:rPr lang="en-US" sz="1200" dirty="0">
                <a:solidFill>
                  <a:schemeClr val="tx1"/>
                </a:solidFill>
              </a:rPr>
              <a:t>d colleagues. At the </a:t>
            </a:r>
            <a:r>
              <a:rPr lang="en-US" sz="1200" dirty="0">
                <a:solidFill>
                  <a:schemeClr val="bg1"/>
                </a:solidFill>
              </a:rPr>
              <a:t>same</a:t>
            </a:r>
            <a:r>
              <a:rPr lang="en-US" sz="1200" dirty="0">
                <a:solidFill>
                  <a:schemeClr val="accent2">
                    <a:lumMod val="90000"/>
                    <a:lumOff val="10000"/>
                  </a:schemeClr>
                </a:solidFill>
              </a:rPr>
              <a:t> </a:t>
            </a:r>
            <a:r>
              <a:rPr lang="en-US" sz="1200" dirty="0">
                <a:solidFill>
                  <a:schemeClr val="lt1"/>
                </a:solidFill>
              </a:rPr>
              <a:t>time I have </a:t>
            </a:r>
            <a:r>
              <a:rPr lang="en-US" sz="1200" dirty="0">
                <a:solidFill>
                  <a:schemeClr val="tx1"/>
                </a:solidFill>
              </a:rPr>
              <a:t>noticed a personal </a:t>
            </a:r>
            <a:r>
              <a:rPr lang="en-US" sz="1200" dirty="0">
                <a:solidFill>
                  <a:schemeClr val="bg1"/>
                </a:solidFill>
              </a:rPr>
              <a:t>growth, </a:t>
            </a:r>
            <a:r>
              <a:rPr lang="en-US" sz="1200" dirty="0">
                <a:solidFill>
                  <a:schemeClr val="lt1"/>
                </a:solidFill>
              </a:rPr>
              <a:t>preparing </a:t>
            </a:r>
            <a:r>
              <a:rPr lang="en-US" sz="1200" dirty="0">
                <a:solidFill>
                  <a:schemeClr val="tx1"/>
                </a:solidFill>
              </a:rPr>
              <a:t>myself more and more </a:t>
            </a:r>
            <a:r>
              <a:rPr lang="en-US" sz="1200" dirty="0">
                <a:solidFill>
                  <a:schemeClr val="bg1"/>
                </a:solidFill>
              </a:rPr>
              <a:t>for the </a:t>
            </a:r>
            <a:r>
              <a:rPr lang="en-US" sz="1200" dirty="0">
                <a:solidFill>
                  <a:schemeClr val="lt1"/>
                </a:solidFill>
              </a:rPr>
              <a:t>world of work.</a:t>
            </a:r>
            <a:endParaRPr sz="1200" dirty="0">
              <a:solidFill>
                <a:schemeClr val="lt1"/>
              </a:solidFill>
            </a:endParaRPr>
          </a:p>
        </p:txBody>
      </p:sp>
      <p:sp>
        <p:nvSpPr>
          <p:cNvPr id="184" name="Google Shape;184;p30"/>
          <p:cNvSpPr txBox="1">
            <a:spLocks noGrp="1"/>
          </p:cNvSpPr>
          <p:nvPr>
            <p:ph type="ctrTitle" idx="2"/>
          </p:nvPr>
        </p:nvSpPr>
        <p:spPr>
          <a:xfrm>
            <a:off x="4213664" y="564449"/>
            <a:ext cx="2697900" cy="6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1"/>
                </a:solidFill>
              </a:rPr>
              <a:t>MY ABILITY TO WORK IN TEAM</a:t>
            </a:r>
            <a:endParaRPr dirty="0">
              <a:solidFill>
                <a:schemeClr val="lt1"/>
              </a:solidFill>
            </a:endParaRPr>
          </a:p>
        </p:txBody>
      </p:sp>
      <p:sp>
        <p:nvSpPr>
          <p:cNvPr id="186" name="Google Shape;186;p30"/>
          <p:cNvSpPr txBox="1">
            <a:spLocks noGrp="1"/>
          </p:cNvSpPr>
          <p:nvPr>
            <p:ph type="ctrTitle"/>
          </p:nvPr>
        </p:nvSpPr>
        <p:spPr>
          <a:xfrm>
            <a:off x="631884" y="564449"/>
            <a:ext cx="2871300" cy="6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MY AUTONOMY IN CARRYING OUT TASKS</a:t>
            </a:r>
            <a:endParaRPr dirty="0">
              <a:solidFill>
                <a:schemeClr val="dk1"/>
              </a:solidFill>
            </a:endParaRPr>
          </a:p>
        </p:txBody>
      </p:sp>
      <p:sp>
        <p:nvSpPr>
          <p:cNvPr id="187" name="Google Shape;187;p30"/>
          <p:cNvSpPr txBox="1">
            <a:spLocks noGrp="1"/>
          </p:cNvSpPr>
          <p:nvPr>
            <p:ph type="ctrTitle" idx="7"/>
          </p:nvPr>
        </p:nvSpPr>
        <p:spPr>
          <a:xfrm>
            <a:off x="2383312" y="2745466"/>
            <a:ext cx="2586000" cy="64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dirty="0">
                <a:solidFill>
                  <a:schemeClr val="bg1"/>
                </a:solidFill>
              </a:rPr>
              <a:t>MY</a:t>
            </a:r>
            <a:r>
              <a:rPr lang="it-IT" dirty="0"/>
              <a:t>SELF</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7"/>
          <p:cNvSpPr txBox="1">
            <a:spLocks noGrp="1"/>
          </p:cNvSpPr>
          <p:nvPr>
            <p:ph type="ctrTitle"/>
          </p:nvPr>
        </p:nvSpPr>
        <p:spPr>
          <a:xfrm rot="5400000">
            <a:off x="6603595" y="1930225"/>
            <a:ext cx="3481200" cy="48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DIFFICULTY AND PARTICIPATION LEVEL</a:t>
            </a:r>
            <a:endParaRPr dirty="0"/>
          </a:p>
        </p:txBody>
      </p:sp>
      <p:sp>
        <p:nvSpPr>
          <p:cNvPr id="137" name="Google Shape;137;p27"/>
          <p:cNvSpPr txBox="1">
            <a:spLocks noGrp="1"/>
          </p:cNvSpPr>
          <p:nvPr>
            <p:ph type="subTitle" idx="4294967295"/>
          </p:nvPr>
        </p:nvSpPr>
        <p:spPr>
          <a:xfrm flipH="1">
            <a:off x="720075" y="540000"/>
            <a:ext cx="5823600" cy="4024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400" dirty="0"/>
              <a:t>First of all, the skills required in this type of work are certainly basic electronic skills. Then also other skills from the sales side, such as knowing how to choose the best item to buy, balancing expenses etc.. </a:t>
            </a:r>
          </a:p>
          <a:p>
            <a:pPr marL="0" lvl="0" indent="0" algn="l" rtl="0">
              <a:lnSpc>
                <a:spcPct val="115000"/>
              </a:lnSpc>
              <a:spcBef>
                <a:spcPts val="0"/>
              </a:spcBef>
              <a:spcAft>
                <a:spcPts val="0"/>
              </a:spcAft>
              <a:buNone/>
            </a:pPr>
            <a:r>
              <a:rPr lang="en-US" sz="1400" dirty="0"/>
              <a:t>About of the skills required, I was able to see that my work had not been too complex compared with my own abilities. There were also some suggestions from me based on some work requests.</a:t>
            </a:r>
          </a:p>
          <a:p>
            <a:pPr marL="0" lvl="0" indent="0" algn="l" rtl="0">
              <a:lnSpc>
                <a:spcPct val="115000"/>
              </a:lnSpc>
              <a:spcBef>
                <a:spcPts val="0"/>
              </a:spcBef>
              <a:spcAft>
                <a:spcPts val="0"/>
              </a:spcAft>
              <a:buNone/>
            </a:pPr>
            <a:endParaRPr lang="en-US" sz="1400" dirty="0"/>
          </a:p>
          <a:p>
            <a:pPr marL="0" lvl="0" indent="0" algn="l" rtl="0">
              <a:lnSpc>
                <a:spcPct val="115000"/>
              </a:lnSpc>
              <a:spcBef>
                <a:spcPts val="0"/>
              </a:spcBef>
              <a:spcAft>
                <a:spcPts val="0"/>
              </a:spcAft>
              <a:buNone/>
            </a:pPr>
            <a:r>
              <a:rPr lang="en-US" sz="1400" dirty="0"/>
              <a:t>I rate my level of participation as very high, collaborating as much as possible, always trying to learn new things, also asking questions frequently. I was also able to perform several autonomous functions such as (as written above) the assembly of PCs even quite complex.</a:t>
            </a:r>
          </a:p>
          <a:p>
            <a:pPr marL="0" lvl="0" indent="0" algn="l" rtl="0">
              <a:lnSpc>
                <a:spcPct val="115000"/>
              </a:lnSpc>
              <a:spcBef>
                <a:spcPts val="0"/>
              </a:spcBef>
              <a:spcAft>
                <a:spcPts val="0"/>
              </a:spcAft>
              <a:buNone/>
            </a:pPr>
            <a:r>
              <a:rPr lang="en-US" sz="1400" dirty="0"/>
              <a:t>One particular difficulty was certainly the timidity towards my colleagues. Another difficulty was, as mentioned above, the lack of knowledge of many terms in the electronic field. And also the not know how to perform, at the beginning of experience, many of the requests. But in time I was lucky enough to learn quite well.</a:t>
            </a:r>
          </a:p>
        </p:txBody>
      </p:sp>
      <p:sp>
        <p:nvSpPr>
          <p:cNvPr id="138" name="Google Shape;138;p27"/>
          <p:cNvSpPr/>
          <p:nvPr/>
        </p:nvSpPr>
        <p:spPr>
          <a:xfrm rot="-5400000" flipH="1">
            <a:off x="83000" y="-82950"/>
            <a:ext cx="548400" cy="714300"/>
          </a:xfrm>
          <a:prstGeom prst="rect">
            <a:avLst/>
          </a:prstGeom>
          <a:solidFill>
            <a:srgbClr val="F783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7"/>
          <p:cNvSpPr/>
          <p:nvPr/>
        </p:nvSpPr>
        <p:spPr>
          <a:xfrm rot="-5400000" flipH="1">
            <a:off x="7398225" y="3397650"/>
            <a:ext cx="891300" cy="2600400"/>
          </a:xfrm>
          <a:prstGeom prst="rect">
            <a:avLst/>
          </a:prstGeom>
          <a:solidFill>
            <a:srgbClr val="F783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9"/>
          <p:cNvSpPr/>
          <p:nvPr/>
        </p:nvSpPr>
        <p:spPr>
          <a:xfrm>
            <a:off x="5885400" y="810700"/>
            <a:ext cx="1329600" cy="4332800"/>
          </a:xfrm>
          <a:prstGeom prst="rect">
            <a:avLst/>
          </a:prstGeom>
          <a:solidFill>
            <a:srgbClr val="F7832A">
              <a:alpha val="7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49"/>
          <p:cNvSpPr/>
          <p:nvPr/>
        </p:nvSpPr>
        <p:spPr>
          <a:xfrm>
            <a:off x="0" y="0"/>
            <a:ext cx="1329600" cy="4370100"/>
          </a:xfrm>
          <a:prstGeom prst="rect">
            <a:avLst/>
          </a:prstGeom>
          <a:solidFill>
            <a:srgbClr val="F7832A">
              <a:alpha val="7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9"/>
          <p:cNvSpPr txBox="1">
            <a:spLocks noGrp="1"/>
          </p:cNvSpPr>
          <p:nvPr>
            <p:ph type="ctrTitle"/>
          </p:nvPr>
        </p:nvSpPr>
        <p:spPr>
          <a:xfrm rot="5400000">
            <a:off x="6910506" y="1414622"/>
            <a:ext cx="24498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MY EXPECTATIONS</a:t>
            </a:r>
            <a:endParaRPr dirty="0"/>
          </a:p>
        </p:txBody>
      </p:sp>
      <p:sp>
        <p:nvSpPr>
          <p:cNvPr id="557" name="Google Shape;557;p49"/>
          <p:cNvSpPr txBox="1">
            <a:spLocks noGrp="1"/>
          </p:cNvSpPr>
          <p:nvPr>
            <p:ph type="subTitle" idx="1"/>
          </p:nvPr>
        </p:nvSpPr>
        <p:spPr>
          <a:xfrm>
            <a:off x="1329600" y="810701"/>
            <a:ext cx="4555800" cy="352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lang="en-US" sz="1200" dirty="0"/>
          </a:p>
          <a:p>
            <a:pPr marL="0" lvl="0" indent="0" algn="ctr" rtl="0">
              <a:spcBef>
                <a:spcPts val="0"/>
              </a:spcBef>
              <a:spcAft>
                <a:spcPts val="0"/>
              </a:spcAft>
              <a:buNone/>
            </a:pPr>
            <a:endParaRPr lang="en-US" sz="1200" dirty="0"/>
          </a:p>
          <a:p>
            <a:pPr marL="0" lvl="0" indent="0" algn="ctr" rtl="0">
              <a:spcBef>
                <a:spcPts val="0"/>
              </a:spcBef>
              <a:spcAft>
                <a:spcPts val="0"/>
              </a:spcAft>
              <a:buNone/>
            </a:pPr>
            <a:endParaRPr lang="en-US" sz="1200" dirty="0"/>
          </a:p>
          <a:p>
            <a:pPr marL="0" lvl="0" indent="0" algn="ctr" rtl="0">
              <a:spcBef>
                <a:spcPts val="0"/>
              </a:spcBef>
              <a:spcAft>
                <a:spcPts val="0"/>
              </a:spcAft>
              <a:buNone/>
            </a:pPr>
            <a:endParaRPr lang="en-US" sz="1200" dirty="0"/>
          </a:p>
          <a:p>
            <a:pPr marL="0" lvl="0" indent="0" algn="ctr" rtl="0">
              <a:spcBef>
                <a:spcPts val="0"/>
              </a:spcBef>
              <a:spcAft>
                <a:spcPts val="0"/>
              </a:spcAft>
              <a:buNone/>
            </a:pPr>
            <a:endParaRPr lang="en-US" sz="1200" dirty="0"/>
          </a:p>
          <a:p>
            <a:pPr marL="0" lvl="0" indent="0" algn="ctr" rtl="0">
              <a:spcBef>
                <a:spcPts val="0"/>
              </a:spcBef>
              <a:spcAft>
                <a:spcPts val="0"/>
              </a:spcAft>
              <a:buNone/>
            </a:pPr>
            <a:r>
              <a:rPr lang="en-US" sz="1200" dirty="0"/>
              <a:t>Honestly my expectations before the start of PCTO were negative, I expected it would be a boring and useless experience. Instead I was more than surprised by what turned out to be this experience. It will certainly have repercussions on my future, being also passionate about the work in which I was inserted. Making it also a possible starting point for future work.</a:t>
            </a:r>
            <a:endParaRPr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9"/>
          <p:cNvSpPr/>
          <p:nvPr/>
        </p:nvSpPr>
        <p:spPr>
          <a:xfrm>
            <a:off x="5887550" y="817926"/>
            <a:ext cx="1329600" cy="4325574"/>
          </a:xfrm>
          <a:prstGeom prst="rect">
            <a:avLst/>
          </a:prstGeom>
          <a:solidFill>
            <a:srgbClr val="F7832A">
              <a:alpha val="7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49"/>
          <p:cNvSpPr/>
          <p:nvPr/>
        </p:nvSpPr>
        <p:spPr>
          <a:xfrm>
            <a:off x="0" y="0"/>
            <a:ext cx="1329600" cy="4370100"/>
          </a:xfrm>
          <a:prstGeom prst="rect">
            <a:avLst/>
          </a:prstGeom>
          <a:solidFill>
            <a:srgbClr val="F7832A">
              <a:alpha val="7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49"/>
          <p:cNvSpPr/>
          <p:nvPr/>
        </p:nvSpPr>
        <p:spPr>
          <a:xfrm>
            <a:off x="720000" y="975325"/>
            <a:ext cx="2271300" cy="116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7" name="Google Shape;547;p49"/>
          <p:cNvSpPr txBox="1">
            <a:spLocks noGrp="1"/>
          </p:cNvSpPr>
          <p:nvPr>
            <p:ph type="ctrTitle"/>
          </p:nvPr>
        </p:nvSpPr>
        <p:spPr>
          <a:xfrm rot="5400000">
            <a:off x="6910506" y="1414622"/>
            <a:ext cx="24498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IT" dirty="0"/>
              <a:t>TUTOR AND ASSISTANCE</a:t>
            </a:r>
            <a:endParaRPr dirty="0"/>
          </a:p>
        </p:txBody>
      </p:sp>
      <p:sp>
        <p:nvSpPr>
          <p:cNvPr id="557" name="Google Shape;557;p49"/>
          <p:cNvSpPr txBox="1">
            <a:spLocks noGrp="1"/>
          </p:cNvSpPr>
          <p:nvPr>
            <p:ph type="subTitle" idx="1"/>
          </p:nvPr>
        </p:nvSpPr>
        <p:spPr>
          <a:xfrm>
            <a:off x="1579064" y="2147200"/>
            <a:ext cx="1626600" cy="11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My tutor has shown some distant relationships. The tutor showed up to work once during the first period for a general check-up, otherwise, as there were no problems, I had no reason and no way to talk with my tutor..</a:t>
            </a:r>
            <a:endParaRPr sz="1200" dirty="0"/>
          </a:p>
        </p:txBody>
      </p:sp>
      <p:sp>
        <p:nvSpPr>
          <p:cNvPr id="560" name="Google Shape;560;p49"/>
          <p:cNvSpPr txBox="1">
            <a:spLocks noGrp="1"/>
          </p:cNvSpPr>
          <p:nvPr>
            <p:ph type="ctrTitle" idx="2"/>
          </p:nvPr>
        </p:nvSpPr>
        <p:spPr>
          <a:xfrm>
            <a:off x="721057" y="1656310"/>
            <a:ext cx="2264944" cy="38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1"/>
                </a:solidFill>
              </a:rPr>
              <a:t>RELATIONSHIP WITH MY TUTOR</a:t>
            </a:r>
            <a:endParaRPr dirty="0">
              <a:solidFill>
                <a:schemeClr val="lt1"/>
              </a:solidFill>
            </a:endParaRPr>
          </a:p>
        </p:txBody>
      </p:sp>
    </p:spTree>
    <p:extLst>
      <p:ext uri="{BB962C8B-B14F-4D97-AF65-F5344CB8AC3E}">
        <p14:creationId xmlns:p14="http://schemas.microsoft.com/office/powerpoint/2010/main" val="3704404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p45"/>
          <p:cNvPicPr preferRelativeResize="0"/>
          <p:nvPr/>
        </p:nvPicPr>
        <p:blipFill rotWithShape="1">
          <a:blip r:embed="rId3">
            <a:alphaModFix/>
          </a:blip>
          <a:srcRect b="57481"/>
          <a:stretch/>
        </p:blipFill>
        <p:spPr>
          <a:xfrm>
            <a:off x="-8953" y="3598125"/>
            <a:ext cx="4600575" cy="1303200"/>
          </a:xfrm>
          <a:prstGeom prst="rect">
            <a:avLst/>
          </a:prstGeom>
          <a:noFill/>
          <a:ln>
            <a:noFill/>
          </a:ln>
        </p:spPr>
      </p:pic>
      <p:sp>
        <p:nvSpPr>
          <p:cNvPr id="421" name="Google Shape;421;p45"/>
          <p:cNvSpPr txBox="1">
            <a:spLocks noGrp="1"/>
          </p:cNvSpPr>
          <p:nvPr>
            <p:ph type="subTitle" idx="1"/>
          </p:nvPr>
        </p:nvSpPr>
        <p:spPr>
          <a:xfrm flipH="1">
            <a:off x="-1" y="2418703"/>
            <a:ext cx="3164577" cy="75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Certainly one aspect that can be improved is the general organization. Such as the fact that I was initially assigned to another company, being redirected into this almost last, or even the organization during the transition between the end of the experience and the beginning of the year, not making the practices to be done with various PCTO documents so specific</a:t>
            </a:r>
            <a:endParaRPr dirty="0"/>
          </a:p>
        </p:txBody>
      </p:sp>
      <p:pic>
        <p:nvPicPr>
          <p:cNvPr id="422" name="Google Shape;422;p45"/>
          <p:cNvPicPr preferRelativeResize="0"/>
          <p:nvPr/>
        </p:nvPicPr>
        <p:blipFill rotWithShape="1">
          <a:blip r:embed="rId4">
            <a:alphaModFix/>
          </a:blip>
          <a:srcRect t="28791" b="28791"/>
          <a:stretch/>
        </p:blipFill>
        <p:spPr>
          <a:xfrm>
            <a:off x="3164577" y="1928928"/>
            <a:ext cx="4600573" cy="1303202"/>
          </a:xfrm>
          <a:prstGeom prst="rect">
            <a:avLst/>
          </a:prstGeom>
          <a:noFill/>
          <a:ln>
            <a:noFill/>
          </a:ln>
        </p:spPr>
      </p:pic>
      <p:pic>
        <p:nvPicPr>
          <p:cNvPr id="423" name="Google Shape;423;p45"/>
          <p:cNvPicPr preferRelativeResize="0"/>
          <p:nvPr/>
        </p:nvPicPr>
        <p:blipFill rotWithShape="1">
          <a:blip r:embed="rId5">
            <a:alphaModFix/>
          </a:blip>
          <a:srcRect t="28791" b="28791"/>
          <a:stretch/>
        </p:blipFill>
        <p:spPr>
          <a:xfrm>
            <a:off x="0" y="540000"/>
            <a:ext cx="4600573" cy="1303202"/>
          </a:xfrm>
          <a:prstGeom prst="rect">
            <a:avLst/>
          </a:prstGeom>
          <a:noFill/>
          <a:ln>
            <a:noFill/>
          </a:ln>
        </p:spPr>
      </p:pic>
      <p:sp>
        <p:nvSpPr>
          <p:cNvPr id="424" name="Google Shape;424;p45"/>
          <p:cNvSpPr/>
          <p:nvPr/>
        </p:nvSpPr>
        <p:spPr>
          <a:xfrm>
            <a:off x="3924225" y="540000"/>
            <a:ext cx="2716200" cy="512100"/>
          </a:xfrm>
          <a:prstGeom prst="rect">
            <a:avLst/>
          </a:prstGeom>
          <a:solidFill>
            <a:srgbClr val="F7832A">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5"/>
          <p:cNvSpPr txBox="1">
            <a:spLocks noGrp="1"/>
          </p:cNvSpPr>
          <p:nvPr>
            <p:ph type="ctrTitle" idx="6"/>
          </p:nvPr>
        </p:nvSpPr>
        <p:spPr>
          <a:xfrm rot="5400000">
            <a:off x="6917630" y="1407498"/>
            <a:ext cx="24498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IMPROVEMENT SUGGESTED</a:t>
            </a:r>
            <a:endParaRPr dirty="0"/>
          </a:p>
        </p:txBody>
      </p:sp>
      <p:sp>
        <p:nvSpPr>
          <p:cNvPr id="426" name="Google Shape;426;p45"/>
          <p:cNvSpPr/>
          <p:nvPr/>
        </p:nvSpPr>
        <p:spPr>
          <a:xfrm>
            <a:off x="3924225" y="3593357"/>
            <a:ext cx="2716200" cy="512100"/>
          </a:xfrm>
          <a:prstGeom prst="rect">
            <a:avLst/>
          </a:prstGeom>
          <a:solidFill>
            <a:srgbClr val="F7832A">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5"/>
          <p:cNvSpPr/>
          <p:nvPr/>
        </p:nvSpPr>
        <p:spPr>
          <a:xfrm flipH="1">
            <a:off x="1160238" y="1928928"/>
            <a:ext cx="2716200" cy="512100"/>
          </a:xfrm>
          <a:prstGeom prst="rect">
            <a:avLst/>
          </a:prstGeom>
          <a:solidFill>
            <a:srgbClr val="F7832A">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5"/>
          <p:cNvSpPr txBox="1">
            <a:spLocks noGrp="1"/>
          </p:cNvSpPr>
          <p:nvPr>
            <p:ph type="ctrTitle"/>
          </p:nvPr>
        </p:nvSpPr>
        <p:spPr>
          <a:xfrm>
            <a:off x="817999" y="2016747"/>
            <a:ext cx="2214900" cy="384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solidFill>
                  <a:schemeClr val="lt1"/>
                </a:solidFill>
              </a:rPr>
              <a:t>ORGANIZATION</a:t>
            </a:r>
            <a:endParaRPr dirty="0">
              <a:solidFill>
                <a:schemeClr val="lt1"/>
              </a:solidFill>
            </a:endParaRPr>
          </a:p>
        </p:txBody>
      </p:sp>
      <p:sp>
        <p:nvSpPr>
          <p:cNvPr id="429" name="Google Shape;429;p45"/>
          <p:cNvSpPr txBox="1">
            <a:spLocks noGrp="1"/>
          </p:cNvSpPr>
          <p:nvPr>
            <p:ph type="subTitle" idx="2"/>
          </p:nvPr>
        </p:nvSpPr>
        <p:spPr>
          <a:xfrm>
            <a:off x="4682002" y="1101643"/>
            <a:ext cx="2092052" cy="11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There were two points that can be talked about and the aspects to improve</a:t>
            </a:r>
            <a:endParaRPr sz="1200" dirty="0"/>
          </a:p>
        </p:txBody>
      </p:sp>
      <p:sp>
        <p:nvSpPr>
          <p:cNvPr id="431" name="Google Shape;431;p45"/>
          <p:cNvSpPr txBox="1">
            <a:spLocks noGrp="1"/>
          </p:cNvSpPr>
          <p:nvPr>
            <p:ph type="subTitle" idx="4"/>
          </p:nvPr>
        </p:nvSpPr>
        <p:spPr>
          <a:xfrm>
            <a:off x="4682002" y="4121301"/>
            <a:ext cx="2475599" cy="11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did not have a good relationship with my tutor, almost absent and unable to provide me with help and a clear answer when I needed to know what to do about the disappearance of some documents.</a:t>
            </a:r>
            <a:endParaRPr dirty="0"/>
          </a:p>
        </p:txBody>
      </p:sp>
      <p:sp>
        <p:nvSpPr>
          <p:cNvPr id="432" name="Google Shape;432;p45"/>
          <p:cNvSpPr txBox="1">
            <a:spLocks noGrp="1"/>
          </p:cNvSpPr>
          <p:nvPr>
            <p:ph type="ctrTitle" idx="5"/>
          </p:nvPr>
        </p:nvSpPr>
        <p:spPr>
          <a:xfrm>
            <a:off x="4572000" y="3714632"/>
            <a:ext cx="2475600" cy="38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1"/>
                </a:solidFill>
              </a:rPr>
              <a:t>TUTOR SUPPORT</a:t>
            </a:r>
            <a:endParaRPr dirty="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5" name="Immagine 4">
            <a:extLst>
              <a:ext uri="{FF2B5EF4-FFF2-40B4-BE49-F238E27FC236}">
                <a16:creationId xmlns:a16="http://schemas.microsoft.com/office/drawing/2014/main" id="{31F3E53A-18FF-A47E-AF1B-C953F2EEC00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37000"/>
                    </a14:imgEffect>
                  </a14:imgLayer>
                </a14:imgProps>
              </a:ext>
            </a:extLst>
          </a:blip>
          <a:stretch>
            <a:fillRect/>
          </a:stretch>
        </p:blipFill>
        <p:spPr>
          <a:xfrm>
            <a:off x="1" y="0"/>
            <a:ext cx="9144000" cy="5143500"/>
          </a:xfrm>
          <a:prstGeom prst="rect">
            <a:avLst/>
          </a:prstGeom>
          <a:solidFill>
            <a:schemeClr val="lt1"/>
          </a:solidFill>
        </p:spPr>
      </p:pic>
      <p:sp>
        <p:nvSpPr>
          <p:cNvPr id="216" name="Google Shape;216;p33"/>
          <p:cNvSpPr/>
          <p:nvPr/>
        </p:nvSpPr>
        <p:spPr>
          <a:xfrm rot="-5400000">
            <a:off x="3797246" y="-82750"/>
            <a:ext cx="1553100" cy="7985100"/>
          </a:xfrm>
          <a:prstGeom prst="rect">
            <a:avLst/>
          </a:prstGeom>
          <a:solidFill>
            <a:srgbClr val="F7832A">
              <a:alpha val="69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txBox="1">
            <a:spLocks noGrp="1"/>
          </p:cNvSpPr>
          <p:nvPr>
            <p:ph type="subTitle" idx="1"/>
          </p:nvPr>
        </p:nvSpPr>
        <p:spPr>
          <a:xfrm>
            <a:off x="915174" y="3380775"/>
            <a:ext cx="7402915" cy="6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600" b="1" dirty="0">
                <a:solidFill>
                  <a:schemeClr val="lt1"/>
                </a:solidFill>
              </a:rPr>
              <a:t>Thank you very much for reading and taking the time. This was my final report about the PCTO experience</a:t>
            </a:r>
            <a:endParaRPr sz="1600" b="1" dirty="0">
              <a:solidFill>
                <a:schemeClr val="lt1"/>
              </a:solidFill>
            </a:endParaRPr>
          </a:p>
        </p:txBody>
      </p:sp>
    </p:spTree>
  </p:cSld>
  <p:clrMapOvr>
    <a:masterClrMapping/>
  </p:clrMapOvr>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556D96"/>
      </a:accent1>
      <a:accent2>
        <a:srgbClr val="212121"/>
      </a:accent2>
      <a:accent3>
        <a:srgbClr val="A9B9D3"/>
      </a:accent3>
      <a:accent4>
        <a:srgbClr val="26529E"/>
      </a:accent4>
      <a:accent5>
        <a:srgbClr val="62779B"/>
      </a:accent5>
      <a:accent6>
        <a:srgbClr val="363F4C"/>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TotalTime>
  <Words>963</Words>
  <Application>Microsoft Office PowerPoint</Application>
  <PresentationFormat>Presentazione su schermo (16:9)</PresentationFormat>
  <Paragraphs>54</Paragraphs>
  <Slides>10</Slides>
  <Notes>10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10</vt:i4>
      </vt:variant>
    </vt:vector>
  </HeadingPairs>
  <TitlesOfParts>
    <vt:vector size="17" baseType="lpstr">
      <vt:lpstr>Impact</vt:lpstr>
      <vt:lpstr>Roboto</vt:lpstr>
      <vt:lpstr>Arial</vt:lpstr>
      <vt:lpstr>Fira Sans Extra Condensed Medium</vt:lpstr>
      <vt:lpstr>Catamaran Light</vt:lpstr>
      <vt:lpstr>Livvic</vt:lpstr>
      <vt:lpstr>Engineering Project Proposal by Slidesgo</vt:lpstr>
      <vt:lpstr>FINAL REPORT ON MY PCTO EXPERIENCE</vt:lpstr>
      <vt:lpstr>ABOUT THE COMPANY</vt:lpstr>
      <vt:lpstr>SERVICES PROVIDED BY THE COMPANY</vt:lpstr>
      <vt:lpstr>MY DUTIES AS A MEMBER</vt:lpstr>
      <vt:lpstr>WHAT I LEARNT ABOUT. . .</vt:lpstr>
      <vt:lpstr>DIFFICULTY AND PARTICIPATION LEVEL</vt:lpstr>
      <vt:lpstr>MY EXPECTATIONS</vt:lpstr>
      <vt:lpstr>TUTOR AND ASSISTANCE</vt:lpstr>
      <vt:lpstr>IMPROVEMENT SUGGESTED</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Riccardo Cappella</dc:creator>
  <cp:lastModifiedBy>Riccardo Cappella</cp:lastModifiedBy>
  <cp:revision>8</cp:revision>
  <dcterms:modified xsi:type="dcterms:W3CDTF">2024-10-22T21:04:16Z</dcterms:modified>
</cp:coreProperties>
</file>